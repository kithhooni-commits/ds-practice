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median 채널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33.75   SSIM 0.9424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+3.24 dB   +0.0474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+ median 채널
17층 · 64ch ·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33.75
SSIM 0.9424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임펄스가 이미 지워진 버전을 같이 준다.</a:t>
                      </a:r>
                    </a:p>
                    <a:p>
                      <a:r>
                        <a:t>파라미터는 576개만 증가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DnCNN 수용영역은 35px.</a:t>
                      </a:r>
                    </a:p>
                    <a:p>
                      <a:r>
                        <a:t>256² 로 학습할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(+0.30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모델 구조·층수·채널·활성함수는 배포된 DnCNN 그대로. 바꾼 것은 입력 채널 하나와 학습 절차뿐이다.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33.75 / SSIM 0.9424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30.71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+5.19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+17.44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+9.08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34.74 dB   (+17.44)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0.9821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median 채널을 넣은 근거가 그대로 숫자로 나왔다.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34.71 dB (+7.05)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30.71 dB (+6.63)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34.82 dB (+5.19)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34.74 dB (+17.44)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ablation (median 채널 없는 순정 DnCNN, 같은 레시피) 학습 진행 중 — 완료 후 이 표를 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두 가지 모드로 학습 중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① test_noise_only 100장만 사용 — clean 을 한 장도 건드리지 않는 가장 순수한 label-free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② train clean 으로 noisy 를 합성한 뒤 그 noisy 만 학습 — loss 에 clean 미사용, 데이터 7,268장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66756F"/>
                </a:solidFill>
                <a:latin typeface="맑은 고딕"/>
              </a:rPr>
              <a:t>체크포인트 선택도 val noisy 의 마스킹 loss 로 한다. clean 기반 PSNR 로 고르면 파이프라인이 label-free 가 아니게 되기 때문이다.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가장 약한 고리를 겨냥해 구조를 바꿨다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s&amp;p 를 위해 median 채널 하나 추가. 파라미터 576개로 17.3 → 34.7 dB.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33.75   SSIM 0.9424    (배포 기준선 대비 +3.24 dB / +0.0474)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