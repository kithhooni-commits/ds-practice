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홍길동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완전 합성곱이라 학습 패치와</a:t>
                      </a:r>
                    </a:p>
                    <a:p>
                      <a:r>
                        <a:t>추론 크기를 맞출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median 채널은 배포 구조에 국소 필터를 덧댄 시도였고 검증 끝에 기각했다. 구조는 배포된 그대로 두고 학습 절차만 바꿨다.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여기까지 어떻게 왔나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채택한 것과 기각한 것을 같이 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80360"/>
                <a:gridCol w="1600200"/>
                <a:gridCol w="56692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배운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66756F"/>
                          </a:solidFill>
                          <a:latin typeface="맑은 고딕"/>
                        </a:rPr>
                        <a:t>전제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지표 구현을 배포 코드에서 그대로 이식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66756F"/>
                          </a:solidFill>
                          <a:latin typeface="Consolas"/>
                        </a:rPr>
                        <a:t>0.0000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배포 로그와 넷째자리까지 일치. 여기가 맞기 전엔 어떤 숫자도 근거가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Charbonnier · cosine LR 40ep · 크롭 128 ·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30.51 → 33.58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구조를 안 건드리고 학습 절차만 바꿔 +3.07 dB. 개선의 대부분이 여기서 나왔다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8× self-ensemble (dihedral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33.58 → 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학습 비용 0. 모델이 좋아질수록 여지는 준다 (DRUNet 에선 +0.26)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60 epoch 으로 연장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34.13 → 34.56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val best 가 마지막 epoch 이면 아직 수렴 전이라는 신호다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DRUNet — 수용영역 35px → 180px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34.56 → 36.50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넓게 봐야 하는 문제였다. s&amp;p 에서만 +5.82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median 3×3 을 두 번째 입력 채널로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−0.39 / −0.87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진단은 맞고 처방이 틀렸다. 좁은 시야를 둔 채 국소 도구를 더한 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 게이트 — 깨끗한 입력은 그대로 통과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오라클 +0.52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σ̂ 이 실제 0.001 을 0.037 로 추정. 제약이 실제 비용을 만든다는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patch 256 · batch 32 (A100 이니까)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val −0.11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배치 2배 = epoch 당 step 절반. 이득은 배치가 아니라 step 수다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를 train 7,268장으로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step 2000 후 하락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데이터 73배인데 3 dB 나쁘다. 평가 대상에 적응하는 쪽이 유리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가산점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(Noise2Void, clean 0장)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30.95 / 0.8992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clean 7,268장 지도학습 기준선(30.51)을 넘었다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50408"/>
            <a:ext cx="10881360" cy="1078992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기각한 넷이 채택한 다섯을 설명한다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50" b="0">
                <a:solidFill>
                  <a:srgbClr val="3C4947"/>
                </a:solidFill>
                <a:latin typeface="맑은 고딕"/>
              </a:rPr>
              <a:t>median 채널은 s&amp;p 가 약하다는 진단에서 나왔다. 진단은 옳았고 처방이 틀렸다 — 35px 시야를 그대로 둔 채 국소 필터를 하나 더 준 것이었기 때문이다. 같은 문제를 수용영역 확장(DRUNet)이 풀었고 그 구간에서만 +5.82 dB. ablation 을 안 돌렸으면 손해 본 채 'median 덕분'이라고 발표할 뻔했다.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모든 수치는 test 100장 기준 · conventional 비교군과 지표 구현은 배포 코드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74920"/>
          <a:ext cx="10881358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377440"/>
                <a:gridCol w="2103119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clean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· test 100장만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구조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