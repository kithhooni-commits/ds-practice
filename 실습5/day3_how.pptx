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방법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어떻게 만들었나 — 전처리 · 모델 ·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깨끗한 이미지만 주어진 문제다. 데이터를 만들고, 물리를 층으로 넣고, 수렴까지 돌렸다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3611880" cy="4462272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5564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75104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31A19"/>
                </a:solidFill>
                <a:latin typeface="맑은 고딕"/>
              </a:rPr>
              <a:t>데이터 전처리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359152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정규화·크롭 없음. 쌍을 만든다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24912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깨끗한 이미지 </a:t>
            </a:r>
          </a:p>
          <a:p>
            <a:pPr algn="l">
              <a:lnSpc>
                <a:spcPct val="112000"/>
              </a:lnSpc>
            </a:pPr>
            <a:r>
              <a:rPr sz="1050" b="1">
                <a:solidFill>
                  <a:srgbClr val="131A19"/>
                </a:solidFill>
                <a:latin typeface="맑은 고딕"/>
              </a:rPr>
              <a:t>7,268장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뿐. 열화 쌍이 없다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894076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매 배치마다 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131A19"/>
                </a:solidFill>
                <a:latin typeface="Consolas"/>
              </a:rPr>
              <a:t>f → dipole → +noise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 로 직접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342132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augmentation: </a:t>
            </a:r>
          </a:p>
          <a:p>
            <a:pPr algn="l">
              <a:lnSpc>
                <a:spcPct val="112000"/>
              </a:lnSpc>
            </a:pPr>
            <a:r>
              <a:rPr sz="1050" b="1">
                <a:solidFill>
                  <a:srgbClr val="131A19"/>
                </a:solidFill>
                <a:latin typeface="맑은 고딕"/>
              </a:rPr>
              <a:t>뒤집기만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. 90° 회전 제외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511296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→ dipole 은 B₀ 방향이 있는 </a:t>
            </a:r>
          </a:p>
          <a:p>
            <a:pPr algn="l">
              <a:lnSpc>
                <a:spcPct val="112000"/>
              </a:lnSpc>
            </a:pPr>
            <a:r>
              <a:rPr sz="1050" b="1">
                <a:solidFill>
                  <a:srgbClr val="0B6E5E"/>
                </a:solidFill>
                <a:latin typeface="맑은 고딕"/>
              </a:rPr>
              <a:t>비등방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 연산. 회전하면 test 에 없는 방향이 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959352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크롭은 </a:t>
            </a:r>
          </a:p>
          <a:p>
            <a:pPr algn="l">
              <a:lnSpc>
                <a:spcPct val="112000"/>
              </a:lnSpc>
            </a:pPr>
            <a:r>
              <a:rPr sz="1050" b="1">
                <a:solidFill>
                  <a:srgbClr val="131A19"/>
                </a:solidFill>
                <a:latin typeface="맑은 고딕"/>
              </a:rPr>
              <a:t>흐리게 만든 뒤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128516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→ dipole 은 FFT 전역 연산. 먼저 자르면 경계가 거짓이 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576572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노이즈는 </a:t>
            </a:r>
          </a:p>
          <a:p>
            <a:pPr algn="l">
              <a:lnSpc>
                <a:spcPct val="112000"/>
              </a:lnSpc>
            </a:pPr>
            <a:r>
              <a:rPr sz="1050" b="1">
                <a:solidFill>
                  <a:srgbClr val="131A19"/>
                </a:solidFill>
                <a:latin typeface="맑은 고딕"/>
              </a:rPr>
              <a:t>4종 시뮬레이터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 그대로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745736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→ Gaussian 만 쓰면 Rician 의 편향을 못 배운다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193792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val 은 파일명 seed 로 노이즈 고정 · </a:t>
            </a:r>
          </a:p>
          <a:p>
            <a:pPr algn="l">
              <a:lnSpc>
                <a:spcPct val="112000"/>
              </a:lnSpc>
            </a:pPr>
            <a:r>
              <a:rPr sz="1050" b="1">
                <a:solidFill>
                  <a:srgbClr val="0B6E5E"/>
                </a:solidFill>
                <a:latin typeface="맑은 고딕"/>
              </a:rPr>
              <a:t>test 는 채점에만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1688" y="1572768"/>
            <a:ext cx="3611880" cy="4462272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75564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1975104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31A19"/>
                </a:solidFill>
                <a:latin typeface="맑은 고딕"/>
              </a:rPr>
              <a:t>모델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2359152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Unrolled network — 물리를 층으로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2724912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31A19"/>
                </a:solidFill>
                <a:latin typeface="Consolas"/>
              </a:rPr>
              <a:t>x₀ = Wiener(g, λ₀)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2894076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31A19"/>
                </a:solidFill>
                <a:latin typeface="Consolas"/>
              </a:rPr>
              <a:t>반복 N: 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131A19"/>
                </a:solidFill>
                <a:latin typeface="Consolas"/>
              </a:rPr>
              <a:t>z = DRUNet(x, σ̂)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3063240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31A19"/>
                </a:solidFill>
                <a:latin typeface="Consolas"/>
              </a:rPr>
              <a:t>          x = (D·G + λZ)/(D² + λ)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2" y="3511296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데이터 정합 단계에 </a:t>
            </a:r>
          </a:p>
          <a:p>
            <a:pPr algn="l">
              <a:lnSpc>
                <a:spcPct val="112000"/>
              </a:lnSpc>
            </a:pPr>
            <a:r>
              <a:rPr sz="1050" b="1">
                <a:solidFill>
                  <a:srgbClr val="131A19"/>
                </a:solidFill>
                <a:latin typeface="맑은 고딕"/>
              </a:rPr>
              <a:t>dipole D 가 그대로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 들어간다 → 물리를 배울 필요가 없다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2" y="3959352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131A19"/>
                </a:solidFill>
                <a:latin typeface="맑은 고딕"/>
              </a:rPr>
              <a:t>가중치 공유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 — N 단계가 같은 망. 파라미터 N배 절약, 추론 때 반복 수를 바꿀 수 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4407408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131A19"/>
                </a:solidFill>
                <a:latin typeface="맑은 고딕"/>
              </a:rPr>
              <a:t>σ 조건화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 — 세기를 여분 채널로. 단 </a:t>
            </a:r>
          </a:p>
          <a:p>
            <a:pPr algn="l">
              <a:lnSpc>
                <a:spcPct val="112000"/>
              </a:lnSpc>
            </a:pPr>
            <a:r>
              <a:rPr sz="1050" b="1">
                <a:solidFill>
                  <a:srgbClr val="0B6E5E"/>
                </a:solidFill>
                <a:latin typeface="맑은 고딕"/>
              </a:rPr>
              <a:t>σ 는 측정치에서 읽는다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4745736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→ 영널 원뿔(|D|&lt;0.02)엔 노이즈만 있다. 라벨·메타데이터 불필요 (오차 1.9%)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5193792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제출 = 구조가 다른 두 모델 평균 </a:t>
            </a:r>
          </a:p>
          <a:p>
            <a:pPr algn="l">
              <a:lnSpc>
                <a:spcPct val="112000"/>
              </a:lnSpc>
            </a:pPr>
            <a:r>
              <a:rPr sz="1050" b="1">
                <a:solidFill>
                  <a:srgbClr val="131A19"/>
                </a:solidFill>
                <a:latin typeface="맑은 고딕"/>
              </a:rPr>
              <a:t>4단계 30.32 + 6단계 30.41 → 30.44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56448" y="1572768"/>
            <a:ext cx="3611880" cy="4462272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175564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1975104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31A19"/>
                </a:solidFill>
                <a:latin typeface="맑은 고딕"/>
              </a:rPr>
              <a:t>학습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2359152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수렴까지 돌리는 것이 가장 큰 지렛대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2724912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31A19"/>
                </a:solidFill>
                <a:latin typeface="Consolas"/>
              </a:rPr>
              <a:t>Charbonnier √(e²+ε²)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 · AdamW 2e-4 · cosine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3063240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bf16 · clip 1.0 · batch 8 · 256² 통째로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3511296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131A19"/>
                </a:solidFill>
                <a:latin typeface="맑은 고딕"/>
              </a:rPr>
              <a:t>λ 도 학습한다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 (log 로 저장, 단계마다 따로)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3680460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초기값은 Wiener 최적값을 재서 → 시작이 </a:t>
            </a:r>
          </a:p>
          <a:p>
            <a:pPr algn="l">
              <a:lnSpc>
                <a:spcPct val="112000"/>
              </a:lnSpc>
            </a:pPr>
            <a:r>
              <a:rPr sz="1050" b="1">
                <a:solidFill>
                  <a:srgbClr val="131A19"/>
                </a:solidFill>
                <a:latin typeface="맑은 고딕"/>
              </a:rPr>
              <a:t>14.05 dB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 (아니면 10.19)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4128516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0B6E5E"/>
                </a:solidFill>
                <a:latin typeface="맑은 고딕"/>
              </a:rPr>
              <a:t>best epoch 이 세 번 연속 마지막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 — 수렴 전이었다. 이어 돌린 것이 점수를 가장 많이 올렸다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4192" y="4576572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131A19"/>
                </a:solidFill>
                <a:latin typeface="맑은 고딕"/>
              </a:rPr>
              <a:t>SSIM loss 는 처음부터 쓰면 나빠진다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 (18.73→17.53). 미세조정으로만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4192" y="5024628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추론: </a:t>
            </a:r>
          </a:p>
          <a:p>
            <a:pPr algn="l">
              <a:lnSpc>
                <a:spcPct val="112000"/>
              </a:lnSpc>
            </a:pPr>
            <a:r>
              <a:rPr sz="1050" b="1">
                <a:solidFill>
                  <a:srgbClr val="131A19"/>
                </a:solidFill>
                <a:latin typeface="맑은 고딕"/>
              </a:rPr>
              <a:t>16× self-ensemble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 — 뒤집기·180°·대각 순환이동. dipole 과 교환되는 변환만 썼다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4192" y="5641848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모델은 </a:t>
            </a:r>
          </a:p>
          <a:p>
            <a:pPr algn="l">
              <a:lnSpc>
                <a:spcPct val="112000"/>
              </a:lnSpc>
            </a:pPr>
            <a:r>
              <a:rPr sz="1050" b="1">
                <a:solidFill>
                  <a:srgbClr val="0B6E5E"/>
                </a:solidFill>
                <a:latin typeface="맑은 고딕"/>
              </a:rPr>
              <a:t>val 100장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947"/>
                </a:solidFill>
                <a:latin typeface="맑은 고딕"/>
              </a:rPr>
              <a:t> 으로 골랐다 — test 로 고르면 test 를 쓴 것이다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test_deconv_noise 100장 · 최종 30.44 dB / 0.8899 (배포 baseline 25.02 / 0.815 대비 +5.42 dB — 오차 에너지 3.5배 감소)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