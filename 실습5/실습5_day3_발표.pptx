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30.37 dB / 0.8900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+5.35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55448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00253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3230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45059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88036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89864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32841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34670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77647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79476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22452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24281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67258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9087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것들, 그리고 고쳐서 통한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12064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13892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56869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558698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601675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60350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0008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97096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44184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9048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91272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30.32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3224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반복 4번·6번
두 모델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Consolas"/>
              </a:rPr>
              <a:t>30.37 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4296" y="2889504"/>
            <a:ext cx="731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292608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C4A6B"/>
                </a:solidFill>
                <a:latin typeface="맑은 고딕"/>
              </a:rPr>
              <a:t>② 에서 갈라진 다른 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3127248"/>
            <a:ext cx="3017520" cy="914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320040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end-to-end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3456432"/>
            <a:ext cx="201168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네트워크 하나가 한 방에
(물리 제약 없음)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331012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8C4A6B"/>
                </a:solidFill>
                <a:latin typeface="Consolas"/>
              </a:rPr>
              <a:t>24.6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3127248"/>
            <a:ext cx="3017520" cy="914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320040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2단 분해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93408" y="3456432"/>
            <a:ext cx="201168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측정치 영역에서 지우고
역필터를 한 번만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331012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8C4A6B"/>
                </a:solidFill>
                <a:latin typeface="Consolas"/>
              </a:rPr>
              <a:t>15.6 dB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40156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640080" y="4224528"/>
          <a:ext cx="108813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3122477"/>
                <a:gridCol w="5393369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best 였다. 세 번 다 수렴 전이었다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②를 4번 도는 모델과 6번 도는 모델, 둘의 출력을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반복 횟수가 다르면 틀리는 방식도 달라 오차가 서로 상쇄된다 (무게는 val 에서)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+0.05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30.37   ·   통과 기준 = 배포 baseline 25.02 / 0.815 대비 +5.35 dB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전개형 + σ 조건화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 / 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(장마다 참 스펙트럼)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원뿔을 포기하는 방법의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비선형이어도 넘을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그 상한에 붙어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원뿔을 실제로 메우고 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천장이 두 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선형은 21.95 에서 끝난다.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원뿔을 포기하면 비선형이라도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25.08 이 한계다 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우리 오차(정답의 0.77%)가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원뿔에 든 정답(2.24%)보다 작다.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30.37 는 원뿔의 최소 65% 를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메우고 있다는 뜻이다.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4805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30.37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것들, 그리고 고쳐서 통한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알면 고칠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1차 — 형제 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같은 체크포인트에서 이어받은 형제라 틀리는 방식이 같다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2차 — 반복 4번 + 6번 모델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성공. 구조가 다르니 오차 상관이 낮다. 1차 실패의 원인을 고친 것이다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 = 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넘어야 할 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조건화 + 4× self-ensemble + 두 모델 평균)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0.7692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0.9150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23.39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통과 기준(= 배포 baseline) 대비 +5.35 dB · +0.0750   ·   오차 에너지로는 3.4배 줄었다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   |   그림의 학습 모델은 단독 최고(30.32). 제출값은 그것과 4단계 모델을 평균한 30.37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−3.55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−2.77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0.128 (전체 0.074) · 에지 0.082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보너스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