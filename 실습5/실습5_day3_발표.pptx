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30.18 dB / 0.8877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+5.16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0253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0253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43230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45059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450592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288036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289864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89864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32841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34670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34670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377647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79476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794760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224528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4242816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4242816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690872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 여섯 가지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1560" y="5120640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5138928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5138928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568696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51760" y="5586984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586984"/>
            <a:ext cx="1280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" y="6016752"/>
            <a:ext cx="1463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51760" y="6035040"/>
            <a:ext cx="6035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Wiener 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3464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779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573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전개형
(물리 + 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4029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376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9691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σ 를 측정치에서
읽어 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691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134856" y="2395728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18320" y="1691640"/>
            <a:ext cx="1874519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17922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2066543"/>
            <a:ext cx="17373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76148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30.18 dB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40080" y="3611880"/>
          <a:ext cx="1088135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60 → 116 에폭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매번 마지막 에폭까지 오르고 있었다. 수렴을 안 했던 것이다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30.18   ·   통과 기준 26 / 0.83   ·   배포 baseline 25.02 / 0.815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30.18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30.18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30.18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 여섯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아는 것도 결과다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(서로 다른 셋을 평균)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같은 체크포인트의 형제라 틀리는 방식이 같다. 오차 상관이 높으면 이득이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30.18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0.8843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0.7558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36.27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22.87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+5.16 dB · +0.0727   ·   다른 조 대비 +3.45 dB · +0.0662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배포 tips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0.8877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