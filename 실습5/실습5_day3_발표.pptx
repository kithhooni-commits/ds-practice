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31A19"/>
                </a:solidFill>
                <a:latin typeface="맑은 고딕"/>
              </a:rPr>
              <a:t>1일차 + 2일차 = 3일차 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0B6E5E"/>
                </a:solidFill>
                <a:latin typeface="맑은 고딕"/>
              </a:rPr>
              <a:t>선형 역산이 포기한 곳을 메우는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g = dipole(f) + n  ·  test_deconv_noise 100장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31A19"/>
                </a:solidFill>
                <a:latin typeface="맑은 고딕"/>
              </a:rPr>
              <a:t>27.50 dB / 0.8400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baseline 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B6E5E"/>
                </a:solidFill>
                <a:latin typeface="맑은 고딕"/>
              </a:rPr>
              <a:t>+2.49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빌드 확인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두 열화가 겹쳤다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g = h * f + n. 노이즈가 흐림 **뒤에** 붙는다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37360"/>
          <a:ext cx="1051559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0357"/>
                <a:gridCol w="2767263"/>
                <a:gridCol w="2767263"/>
                <a:gridCol w="3320715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f + 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h * 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g = h * f + n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우리 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K→0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?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점수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37.42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109.86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3291840"/>
            <a:ext cx="10515600" cy="23774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맑은 고딕"/>
              </a:rPr>
              <a:t>순서가 중요하다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93192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노이즈가 흐림 뒤에 붙었으므로 측정치 위에서는 백색이다. 그래서 역산 전에 지워야 한다.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Consolas"/>
              </a:rPr>
              <a:t>전처리 → Wiener   21.06 dB          Wiener → 전처리   16.88 dB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4.2 dB 차이. 역산이 노이즈를 유색으로 만들면 디노이저가 못 알아본다.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노이즈 4종·σ 는 1일차와 파일별로 동일하다 (100/100 일치)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1일차 + 2일차가 안 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숫자로 확인한 세 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01368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2일차 답은 노이즈가 0이라서 통했다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답이 1/D 로 나누는 것이었다. D 는 매직앵글 원뿔에서 0에 가까워지니
거의 무한대를 곱하는 셈인데, n=0 이면 무한대 × 0 = 0 이라 괜찮았다.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947672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+51.5 dB
노이즈 증폭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632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72968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흐림이 대비를 죽여 같은 σ 가 훨씬 어려워진다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520440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std(f)=0.222 → std(h*f)=0.092 (0.41배). 노이즈는 1일차와 똑같은데
신호만 줄었다. 1일차 디노이저가 본 적 없는 난이도다.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319272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+8.6 dB
→ +0.9 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348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44568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주파수의 16% 는 진짜로 복원 불가다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92040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|D|&lt;0.1 구간은 역산 후 SNR 이 −20 dB 이하다. 2일차엔 이 부분도
되살렸지만(노이즈가 0이니까) 3일차엔 못 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690872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16%
버려진다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재현: src/deconv/day3_common.py 의 load_val 로 직접 잰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왜 딥러닝인가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선형 방법의 천장은 19.80 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그 위는 전부 비선형 사전지식의 몫이다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37360"/>
          <a:ext cx="105155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5126"/>
                <a:gridCol w="1633491"/>
                <a:gridCol w="326698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선형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median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거의 선형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오라클 위너 (주파수별 진짜 SNR 을 안다고 가정)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19.80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최고의 선형 필터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비선형이 한 번 들어감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학습된 비선형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최종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27.50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학습된 비선형 + 물리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정답을 알고 만든 최고의 선형 필터조차 19.80 dB 다. 선형으로는 여기서 끝난다.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3일차는 도구를 조립하는 문제가 아니라, 역산이 포기한 원뿔 안을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이미지 사전지식으로 메우는 문제다.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전개형 — 데이터 정합과 사전지식을 번갈아 4번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20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Wiener 초기화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x₀ = D·G
   /(D²+λ₀)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994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006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사전지식
DRUNet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= net(x, σ)
σ 는 측정치에서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6568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데이터 정합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(D·G+λZ)
     /(D²+λ)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142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154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68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복원 f̂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27.50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70332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↑____________ 4번 반복 ____________|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389120"/>
            <a:ext cx="105156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57200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데이터 정합은 학습 파라미터가 없다. dipole 은 주파수 영역에서 대각 연산자라 닫힌 해로 정확히 풀린다.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네트워크는 '아는 주파수를 다시 맞히는' 일을 배울 필요가 없고, 모르는 주파수를 채우는 데만 용량을 쓴다.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λ 는 단계마다 따로 학습해 '이번엔 측정치를 얼마나 믿을지'를 스스로 정한다.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전개형인가 — DC-Net 이 죽은 자리에서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2일차 최고 구조가 3일차에서 실패한 이유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hard DC 는 |D|&gt;τ 인 주파수를 G/D 로 못박는다. 그런데 G = D·F + N 이므로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103120"/>
            <a:ext cx="7589520" cy="6858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2240280"/>
            <a:ext cx="7406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Consolas"/>
              </a:rPr>
              <a:t>G/D  =  F  +  N/D        ← 노이즈가 1/|D| 배 증폭된 채 고정된다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06324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0466"/>
                <a:gridCol w="2336800"/>
                <a:gridCol w="2531533"/>
                <a:gridCol w="23368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못박는 주파수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경계 노이즈 증폭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0.005 (2일차 최적 방향)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폭발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92.0%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14.80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66.4%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5배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DC 가 무의미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22960" y="46177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006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31A19"/>
                </a:solidFill>
                <a:latin typeface="맑은 고딕"/>
              </a:rPr>
              <a:t>τ 를 키우면 DC 가 무의미해지고 줄이면 폭발한다 — 3일차엔 좋은 τ 가 없다.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고칠 방법은 못박지 말고 무게를 두는 것. 그게 soft DC 이고,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전개형이 곧 DC-Net 의 노이즈 대응 일반형이다 (λ→0 이면 DC-Net 이 된다).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σ 를 라벨 없이 읽어 모델에 알려준다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3일차 σ 는 이미지마다 200배 차이난다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|D| &lt; 0.02 인 주파수엔 신호가 실려올 수 없다 — dipole 이 그리로 아무것도 보내지 않는다.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거기 남은 것은 전부 노이즈다. 파세발로 E|G|² = N·σ².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정답도 noise_meta.json 도 쓰지 않는다.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743200"/>
          <a:ext cx="58521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값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범위 (test 100장)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0.0007 ~ 0.1325  (200배)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추정 상대오차 중앙값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σ&lt;0.05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23.91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σ≥0.10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17.64 dB  (6.3 dB 차이)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49440" y="274320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92608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blind 모델 하나로 200배 범위를 덮으려면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평균에 타협해야 한다.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를 알려주면 매 장에 맞는 세기로 지운다.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720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7548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는 이미지마다 200배 차이나는데, 그 값을 아는 것만으로 지울 세기를 매 장에 맞출 수 있다.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커널을 알기에 쓸 수 있는 추정기다 — MAD 와 달리 이미지의 고주파를 노이즈로 착각하지 않는다.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before / after / difference / 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σ 중앙값에 가까운 대표 이미지 — 잘 나온 걸 고르지 않았다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diff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463040"/>
            <a:ext cx="9784080" cy="7671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위: 복원 · 가운데: |복원−정답| (열 공통 스케일) · 아래: 72×72 확대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노이즈 4종 × 방법별 복원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y3_method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371600"/>
            <a:ext cx="5765666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각 칸 왼쪽 아래가 그 장의 PSNR / SSIM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결과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어디에 취약한가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배포 안내가 요구한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wea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34796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11480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Rician 이 가장 약하다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7083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정류 편향이 DC 를 밀어 올리는데 dipole 은 DC 를 1/3 로 보존하므로 편향이 그대로 살아남는다.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1830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salt &amp; pepper 에서만 median 이 딥러닝을 이긴다 (23.23 vs 19.55)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74336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1일차 디노이저는 선명한 입력 위의 임펄스만 봤지, 흐릿한 입력 위의 임펄스는 본 적이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2180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X자 무늬는 매직앵글 영널 원뿔이다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7784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정보가 애초에 없는 주파수라 어떤 K 를 써도 남는다. 사전지식으로만 메울 수 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label-free — 정답을 한 장도 쓰지 않고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보너스 점수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가진 것은 이것뿐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201168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21488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σ 추정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560320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널 원뿔에서
라벨 불필요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201168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21488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N2V 디노이저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560320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1일차 blind-spot
으로 학습
정답 안 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201168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1488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데이터 정합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560320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닫힌 해
학습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01168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21488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560320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19.94 dB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822960" y="384048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645920"/>
                <a:gridCol w="2468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경로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정답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분류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1일차 label-free (N2V) → Wiener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18.87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Self-supervised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plug-and-play · label-free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Self-supervised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1일차 supervised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1일차만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Supervised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최종 모델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3일차 학습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27.50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Supervised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label-free 경로는 3일차 정답을 한 장도 쓰지 않는다 — σ 추정도 측정치만 본다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전체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시도별 결과와 개선점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한 페이지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371600"/>
                <a:gridCol w="64008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그랬나 / 무엇을 배웠나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2일차 답(K→0)을 그대로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−24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노이즈를 +51.5 dB 증폭. n=0 이라 통했던 답이다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 (K 는 val 에서)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선형 역산의 한계. 정보를 버려야 노이즈가 잡힌다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DC-Net (2일차 최고 구조)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14.80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hard DC 가 G/D=F+N/D 를 못박는다. 좋은 τ 가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Wiener → 디노이저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16.88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순서가 반대. 역산이 노이즈를 유색으로 만든다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median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s&amp;p 에서만 딥러닝을 이긴다 (23.23)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오라클 선형(19.80)을 넘었다. 비선형이 필요하다는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전개형 (unet f32, blind)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25.91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ep37 정체. 용량과 조건화가 병목이지 학습량이 아니다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End2End U-Net f64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25.99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전개형과 비슷 — 물리 구조만으로는 이득이 없었다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2단 분해 (측정치 영역 → 역필터)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15.6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역필터가 오차를 1/D 로 증폭해 40 dB 디노이징을 요구한다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전개형 + DRUNet + σ 조건화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26.85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σ 200배 차이를 흡수. PSNR 통과, SSIM 0.77 로 미달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+ 채점 SSIM 을 손실에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27.50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L1 은 뭉개는 쪽으로 수렴한다. 채점 함수를 그대로 미분했다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K·λ 는 전부 validation 에서 골랐다. test 는 채점에만 썼다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검증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test set 은 채점에만 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학습이 아니어도 하이퍼파라미터를 test 로 고르면 test 를 쓴 것이다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202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튜닝은 val 에서만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val clean 에 forward + 파일명 seed 노이즈를 걸어 (측정치, 정답) 쌍을 만든다.
K, λ, 반복 횟수를 전부 여기서 고른다. day3_common.load_val()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2608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test 는 report() 한 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배포된 test_deconv_noise 는 최종 점수를 낼 때만 읽는다. day3_common.load_test()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2336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148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noise_meta.json 은 결과 분석에만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074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배포 안내 그대로. 표를 노이즈 종류별로 쪼개는 데만 쓰고 복원에는 쓰지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12064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21208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직접 찾아 고친 위반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50468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초기 스크립트가 K 를 test 에서 스윕하고 있었다. combine_day3.py 는 폐기하고
pnp.py·eval_day3.py 의 스윕을 val 로 옮겼다.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