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29.70 dB / 0.8828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+4.68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55448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02536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02536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432304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450592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450592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2880360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898648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898648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3328416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346704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346704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377647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79476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794760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22452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4242816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4242816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672584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4690872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 여섯 가지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5120640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5138928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5138928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568696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51760" y="5586984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60" y="5586984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1675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51760" y="603504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Wiener 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464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573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전개형
(물리 + 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4029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691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σ 를 측정치에서
읽어 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691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13485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1832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29.70 dB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40080" y="3611880"/>
          <a:ext cx="1088135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2838615"/>
                <a:gridCol w="5677231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60 → 116 에폭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매번 마지막 에폭까지 오르고 있었다. 수렴을 안 했던 것이다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+0.45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29.70   ·   통과 기준 26 / 0.83   ·   배포 baseline 25.02 / 0.815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 / 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(장마다 참 스펙트럼)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원뿔을 포기하는 방법의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비선형이어도 넘을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그 상한에 붙어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29.70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원뿔을 실제로 메우고 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천장이 두 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선형은 21.95 에서 끝난다.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원뿔을 포기하면 비선형이라도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25.08 이 한계다 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우리 오차(정답의 0.77%)가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원뿔에 든 정답(2.24%)보다 작다.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29.70 는 원뿔의 최소 65% 를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메우고 있다는 뜻이다.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4805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29.70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 여섯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아는 것도 결과다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(서로 다른 셋을 평균)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같은 체크포인트의 형제라 틀리는 방식이 같다. 오차 상관이 높으면 이득이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다른 조 (2-step + 4× 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26.73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0.8215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SSIM 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29.70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0.8828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0.8843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0.7558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36.27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22.87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baseline 대비 +4.68 dB · +0.0678   ·   다른 조 대비 +2.97 dB · +0.0613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배포 tips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−3.55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−2.77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0.128 (전체 0.074) · 에지 0.082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0.8828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