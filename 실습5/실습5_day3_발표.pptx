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·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29.25 dB / 0.8777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+4.24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n. 노이즈가 흐림 **뒤에** 붙는다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357"/>
                <a:gridCol w="2767263"/>
                <a:gridCol w="2767263"/>
                <a:gridCol w="3320715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29184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맑은 고딕"/>
              </a:rPr>
              <a:t>순서가 중요하다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노이즈가 흐림 뒤에 붙었으므로 측정치 위에서는 백색이다. 그래서 역산 전에 지워야 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Consolas"/>
              </a:rPr>
              <a:t>전처리 → Wiener   21.06 dB          Wiener → 전처리   16.88 dB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4.2 dB 차이. 역산이 노이즈를 유색으로 만들면 디노이저가 못 알아본다.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 4종·σ 는 1일차와 파일별로 동일하다 (100/100 일치)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1일차 + 2일차가 안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숫자로 확인한 세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답이 1/D 로 나누는 것이었다. D 는 매직앵글 원뿔에서 0에 가까워지니
거의 무한대를 곱하는 셈인데, n=0 이면 무한대 × 0 = 0 이라 괜찮았다.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476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729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std(f)=0.222 → std(h*f)=0.092 (0.41배). 노이즈는 1일차와 똑같은데
신호만 줄었다. 1일차 디노이저가 본 적 없는 난이도다.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+8.6 dB
→ +0.9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445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|D|&lt;0.1 구간은 역산 후 SNR 이 −20 dB 이하다. 2일차엔 이 부분도
되살렸지만(노이즈가 0이니까) 3일차엔 못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908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재현: src/deconv/day3_common.py 의 load_val 로 직접 잰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왜 딥러닝인가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 위는 전부 비선형 사전지식의 몫이다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5126"/>
                <a:gridCol w="1633491"/>
                <a:gridCol w="32669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거의 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(주파수별 진짜 SNR 을 안다고 가정)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최고의 선형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 한 번 들어감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학습된 비선형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정답을 알고 만든 최고의 선형 필터조차 19.80 dB 다. 선형으로는 여기서 끝난다.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3일차는 도구를 조립하는 문제가 아니라, 역산이 포기한 원뿔 안을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이미지 사전지식으로 메우는 문제다.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전개형 — 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20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94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142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4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29.25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033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정합은 학습 파라미터가 없다. dipole 은 주파수 영역에서 대각 연산자라 닫힌 해로 정확히 풀린다.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네트워크는 '아는 주파수를 다시 맞히는' 일을 배울 필요가 없고,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믿을지'를 스스로 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전개형인가 — DC-Net 이 죽은 자리에서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최고 구조가 3일차에서 실패한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758952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2402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노이즈가 1/|D| 배 증폭된 채 고정된다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6324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466"/>
                <a:gridCol w="2336800"/>
                <a:gridCol w="2531533"/>
                <a:gridCol w="2336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고칠 방법은 못박지 말고 무게를 두는 것. 그게 soft DC 이고,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 이 된다).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이미지마다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|D| &lt; 0.02 인 주파수엔 신호가 실려올 수 없다 — dipole 이 그리로 아무것도 보내지 않는다.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거기 남은 것은 전부 노이즈다. 파세발로 E|G|² = N·σ².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정답도 noise_meta.json 도 쓰지 않는다.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743200"/>
          <a:ext cx="5852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 중앙값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74320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92608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blind 모델 하나로 200배 범위를 덮으려면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평균에 타협해야 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알려주면 매 장에 맞는 세기로 지운다.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이미지마다 200배 차이나는데, 그 값을 아는 것만으로 지울 세기를 매 장에 맞출 수 있다.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커널을 알기에 쓸 수 있는 추정기다 — MAD 와 달리 이미지의 고주파를 노이즈로 착각하지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before / after / difference / 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σ 중앙값에 가까운 대표 이미지 — 잘 나온 걸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7671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위: 복원 · 가운데: |복원−정답| (열 공통 스케일) · 아래: 72×72 확대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노이즈 4종 × 방법별 복원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76566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각 칸 왼쪽 아래가 그 장의 PSNR / SSIM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어디에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안내가 요구한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4796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Rician 이 가장 약하다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정류 편향이 DC 를 밀어 올리는데 dipole 은 DC 를 1/3 로 보존하므로 편향이 그대로 살아남는다.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1830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salt &amp; pepper 에서만 median 이 딥러닝을 이긴다 (23.23 vs 19.55)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7433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1일차 디노이저는 선명한 입력 위의 임펄스만 봤지, 흐릿한 입력 위의 임펄스는 본 적이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218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X자 무늬는 매직앵글 영널 원뿔이다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정보가 애초에 없는 주파수라 어떤 K 를 써도 남는다. 사전지식으로만 메울 수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77639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0.7464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35.26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0.9784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75120" y="3977639"/>
            <a:ext cx="466344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416052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22.47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+4.24 dB · +0.0628 SSIM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조건화가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바꿔 잰다 —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(정상)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= 0 (없다고 알려줌)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0.3948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840480"/>
            <a:ext cx="10515600" cy="1828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690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를 0 이라고 알려주면 29.25 에서 15.64 로 무너진다.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|D| &lt; 0.02 인 주파수에서 읽는다. 거기엔 dipole 이 신호를 보내지 않으므로 남은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정답도 noise_meta.json 도 쓰지 않는다 — 측정치 하나에서 나온다. 3일차 σ 는 장마다 200배 차이난다.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보너스 점수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 이것뿐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1일차 blind-spot
으로 학습
정답 안 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닫힌 해
학습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19.94 dB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22960" y="384048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64592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분류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1일차 label-free (N2V)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18.87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plug-and-play · label-free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supervised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1일차만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최종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3일차 학습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label-free 경로는 3일차 정답을 한 장도 쓰지 않는다 — σ 추정도 측정치만 본다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전체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결과와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페이지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6400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그랬나 / 무엇을 배웠나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2일차 답(K→0)을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−24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노이즈를 +51.5 dB 증폭. n=0 이라 통했던 답이다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 (K 는 val 에서)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선형 역산의 한계. 정보를 버려야 노이즈가 잡힌다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DC-Net (2일차 최고 구조)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14.80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hard DC 가 G/D=F+N/D 를 못박는다. 좋은 τ 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→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순서가 반대. 역산이 노이즈를 유색으로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에서만 딥러닝을 이긴다 (23.23)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오라클 선형(19.80)을 넘었다. 비선형이 필요하다는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(unet f32, blind)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ep37 정체. 용량과 조건화가 병목이지 학습량이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End2End U-Net f64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전개형과 비슷 — 물리 구조만으로는 이득이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2단 분해 (측정치 영역 → 역필터)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15.6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역필터가 오차를 1/D 로 증폭해 40 dB 디노이징을 요구한다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덜 학습된 모델을 '맞든 아니든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잔차까지 키워 σx 만 커진다. 잃은 대비는 사후에 못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3.8 dB 아래. 물리 구조가 실제로 이득이다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전개형 + DRUNet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σ 200배 차이를 흡수. 두 기준 모두 통과 (test,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K·λ 는 전부 validation 에서 골랐다. test 는 채점에만 썼다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
K, λ, 반복 횟수를 전부 여기서 고른다.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 안내 그대로. 표를 노이즈 종류별로 쪼개는 데만 쓰고 복원에는 쓰지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046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
pnp.py·eval_day3.py 의 스윕을 val 로 옮겼다.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