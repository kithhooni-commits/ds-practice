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30.37 dB / 0.8900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+5.35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0253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3230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45059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9864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32841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34670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77647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79476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22452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24281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67258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9087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것들, 그리고 고쳐서 통한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2064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13892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58698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601675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60350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0008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97096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44184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91272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15636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30.37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2889504"/>
            <a:ext cx="731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926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C4A6B"/>
                </a:solidFill>
                <a:latin typeface="맑은 고딕"/>
              </a:rPr>
              <a:t>② 에서 갈라진 다른 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3127248"/>
            <a:ext cx="301752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32004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end-to-end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3456432"/>
            <a:ext cx="201168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네트워크 하나가 한 방에
(물리 제약 없음)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33101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3127248"/>
            <a:ext cx="301752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3200400"/>
            <a:ext cx="1371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2단 분해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93408" y="3456432"/>
            <a:ext cx="201168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측정치 영역에서 지우고
역필터를 한 번만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331012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8C4A6B"/>
                </a:solidFill>
                <a:latin typeface="Consolas"/>
              </a:rPr>
              <a:t>15.6 dB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40156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640080" y="4224528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3122477"/>
                <a:gridCol w="5393369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 오차가 서로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+0.05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30.37   ·   통과 기준 = 배포 baseline 25.02 / 0.815 대비 +5.35 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전개형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30.37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30.37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것들, 그리고 고쳐서 통한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알면 고칠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1차 — 형제 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같은 체크포인트에서 이어받은 형제라 틀리는 방식이 같다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2차 — 반복 4번 + 6번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성공. 구조가 다르니 오차 상관이 낮다. 1차 실패의 원인을 고친 것이다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 = 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넘어야 할 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조건화 + 4× self-ensemble + 두 모델 평균)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0.7692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23.39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통과 기준(= 배포 baseline) 대비 +5.35 dB · +0.0750   ·   오차 에너지로는 3.4배 줄었다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   |   그림의 학습 모델은 단독 최고(30.32). 제출값은 그것과 4단계 모델을 평균한 30.37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−7.78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−0.442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−3.47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−0.234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−3.11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0.120 (전체 0.074) · 에지 0.083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