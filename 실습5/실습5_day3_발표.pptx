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6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dirty="0">
                <a:solidFill>
                  <a:srgbClr val="66756F"/>
                </a:solidFill>
                <a:latin typeface="맑은 고딕"/>
              </a:rPr>
              <a:t>g = dipole(f) + n  ·  </a:t>
            </a:r>
            <a:r>
              <a:rPr sz="1500" b="0" dirty="0" err="1">
                <a:solidFill>
                  <a:srgbClr val="66756F"/>
                </a:solidFill>
                <a:latin typeface="맑은 고딕"/>
              </a:rPr>
              <a:t>test_deconv_noise</a:t>
            </a:r>
            <a:r>
              <a:rPr sz="1500" b="0" dirty="0">
                <a:solidFill>
                  <a:srgbClr val="66756F"/>
                </a:solidFill>
                <a:latin typeface="맑은 고딕"/>
              </a:rPr>
              <a:t>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29.25 dB / 0.8777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+4.24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n. 노이즈가 흐림 **뒤에** 붙는다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03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72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72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207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3291840"/>
            <a:ext cx="10515600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맑은 고딕"/>
              </a:rPr>
              <a:t>순서가 중요하다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93192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노이즈가 흐림 뒤에 붙었으므로 측정치 위에서는 백색이다. 그래서 역산 전에 지워야 한다.</a:t>
            </a:r>
          </a:p>
          <a:p>
            <a:pPr algn="l">
              <a:lnSpc>
                <a:spcPct val="125000"/>
              </a:lnSpc>
            </a:pPr>
            <a:endParaRPr sz="1400" b="0">
              <a:solidFill>
                <a:srgbClr val="3C4947"/>
              </a:solidFill>
              <a:latin typeface="맑은 고딕"/>
            </a:endParaRP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Consolas"/>
              </a:rPr>
              <a:t>전처리 → Wiener   21.06 dB          Wiener → 전처리   16.88 dB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4.2 dB 차이. 역산이 노이즈를 유색으로 만들면 디노이저가 못 알아본다.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 4종·σ 는 1일차와 파일별로 동일하다 (100/100 일치)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1일차 + 2일차가 안 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숫자로 확인한 세 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8013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답이 1/D 로 나누는 것이었다. D 는 매직앵글 원뿔에서 0에 가까워지니
거의 무한대를 곱하는 셈인데, n=0 이면 무한대 × 0 = 0 이라 괜찮았다.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476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632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31729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5204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std(f)=0.222 → std(h*f)=0.092 (0.41배). 노이즈는 1일차와 똑같은데
신호만 줄었다. 1일차 디노이저가 본 적 없는 난이도다.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3192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+8.6 dB
→ +0.9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348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4544568"/>
            <a:ext cx="6949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92040"/>
            <a:ext cx="69494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|D|&lt;0.1 구간은 역산 후 SNR 이 −20 dB 이하다. 2일차엔 이 부분도
되살렸지만(노이즈가 0이니까) 3일차엔 못 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690872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재현: src/deconv/day3_common.py 의 load_val 로 직접 잰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왜 딥러닝인가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선형 방법의 천장은 19.80 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 위는 전부 비선형 사전지식의 몫이다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5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3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66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median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거의 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(주파수별 진짜 SNR 을 안다고 가정)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19.80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최고의 선형 필터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 한 번 들어감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학습된 비선형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학습된 비선형 + 물리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정답을 알고 만든 최고의 선형 필터조차 19.80 dB 다. 선형으로는 여기서 끝난다.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3일차는 도구를 조립하는 문제가 아니라, 역산이 포기한 원뿔 안을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이미지 사전지식으로 메우는 문제다.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전개형 — 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20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432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46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994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8006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6568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8580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14232" y="2724912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915400" y="210312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06840" y="22402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2697480"/>
            <a:ext cx="1645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29.25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703320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4389120"/>
            <a:ext cx="105156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7280" y="457200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정합은 학습 파라미터가 없다. dipole 은 주파수 영역에서 대각 연산자라 닫힌 해로 정확히 풀린다.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네트워크는 '아는 주파수를 다시 맞히는' 일을 배울 필요가 없고,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믿을지'를 스스로 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전개형인가 — DC-Net 이 죽은 자리에서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최고 구조가 3일차에서 실패한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103120"/>
            <a:ext cx="7589520" cy="6858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377440" y="2240280"/>
            <a:ext cx="7406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노이즈가 1/|D| 배 증폭된 채 고정된다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06324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0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315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46177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8006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고칠 방법은 못박지 말고 무게를 두는 것. 그게 soft DC 이고,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 이 된다).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이미지마다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|D| &lt; 0.02 인 주파수엔 신호가 실려올 수 없다 — dipole 이 그리로 아무것도 보내지 않는다.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3C4947"/>
                </a:solidFill>
                <a:latin typeface="맑은 고딕"/>
              </a:rPr>
              <a:t>거기 남은 것은 전부 노이즈다. 파세발로 E|G|² = N·σ².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정답도 noise_meta.json 도 쓰지 않는다.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743200"/>
          <a:ext cx="585216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 중앙값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74320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78040" y="292608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blind 모델 하나로 200배 범위를 덮으려면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평균에 타협해야 한다.</a:t>
            </a:r>
          </a:p>
          <a:p>
            <a:pPr algn="l">
              <a:lnSpc>
                <a:spcPct val="125000"/>
              </a:lnSpc>
            </a:pPr>
            <a:endParaRPr sz="1300" b="1">
              <a:solidFill>
                <a:srgbClr val="131A19"/>
              </a:solidFill>
              <a:latin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알려주면 매 장에 맞는 세기로 지운다.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5720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는 이미지마다 200배 차이나는데, 그 값을 아는 것만으로 지울 세기를 매 장에 맞출 수 있다.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커널을 알기에 쓸 수 있는 추정기다 — MAD 와 달리 이미지의 고주파를 노이즈로 착각하지 않는다.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before / after / difference / 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σ 중앙값에 가까운 대표 이미지 — 잘 나온 걸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9784080" cy="7671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위: 복원 · 가운데: |복원−정답| (열 공통 스케일) · 아래: 72×72 확대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노이즈 4종 × 방법별 복원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371600"/>
            <a:ext cx="5765666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각 칸 왼쪽 아래가 그 장의 PSNR / SSIM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어디에 취약한가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안내가 요구한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ay3_weak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34796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11480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Rician 이 가장 약하다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67766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dirty="0" err="1">
                <a:solidFill>
                  <a:srgbClr val="66756F"/>
                </a:solidFill>
                <a:latin typeface="맑은 고딕"/>
              </a:rPr>
              <a:t>정류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편향이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DC 를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밀어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올리는데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dipole 은 DC 를 1/3 로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보존하므로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편향이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그대로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살아남는다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3154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salt &amp; pepper 에서만 median 이 딥러닝을 이긴다 (23.23 vs 19.55)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8757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dirty="0">
                <a:solidFill>
                  <a:srgbClr val="66756F"/>
                </a:solidFill>
                <a:latin typeface="맑은 고딕"/>
              </a:rPr>
              <a:t>1일차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디노이저는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선명한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입력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위의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임펄스만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봤지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흐릿한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입력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위의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임펄스는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본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적이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없다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735046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X자 무늬는 매직앵글 영널 원뿔이다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91078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dirty="0" err="1">
                <a:solidFill>
                  <a:srgbClr val="66756F"/>
                </a:solidFill>
                <a:latin typeface="맑은 고딕"/>
              </a:rPr>
              <a:t>정보가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애초에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없는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주파수라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어떤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K 를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써도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남는다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.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사전지식으로만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메울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 수 </a:t>
            </a:r>
            <a:r>
              <a:rPr sz="1100" b="0" dirty="0" err="1">
                <a:solidFill>
                  <a:srgbClr val="66756F"/>
                </a:solidFill>
                <a:latin typeface="맑은 고딕"/>
              </a:rPr>
              <a:t>있다</a:t>
            </a:r>
            <a:r>
              <a:rPr sz="1100" b="0" dirty="0">
                <a:solidFill>
                  <a:srgbClr val="66756F"/>
                </a:solidFill>
                <a:latin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9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0.8149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다른 조 (2-step + 4× 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26.73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0.8215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SSIM 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+ 4× SE)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0.8777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77639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22.47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0.7464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29.23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0.9029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35.26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0.9784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675120" y="3977639"/>
            <a:ext cx="466344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03720" y="4160520"/>
            <a:ext cx="4206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22.47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배포 baseline 대비 +4.24 dB · +0.0628 SSIM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σ 조건화가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바꿔 잰다 —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37360"/>
          <a:ext cx="1051559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07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207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4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(정상)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0.8777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= 0 (없다고 알려줌)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0.3948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3840480"/>
            <a:ext cx="10515600" cy="18288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406908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σ 를 0 이라고 알려주면 29.25 에서 15.64 로 무너진다.</a:t>
            </a:r>
          </a:p>
          <a:p>
            <a:pPr algn="l">
              <a:lnSpc>
                <a:spcPct val="125000"/>
              </a:lnSpc>
            </a:pPr>
            <a:endParaRPr sz="1300" b="1">
              <a:solidFill>
                <a:srgbClr val="131A19"/>
              </a:solidFill>
              <a:latin typeface="맑은 고딕"/>
            </a:endParaRP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는 |D| &lt; 0.02 인 주파수에서 읽는다. 거기엔 dipole 이 신호를 보내지 않으므로 남은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정답도 noise_meta.json 도 쓰지 않는다 — 측정치 하나에서 나온다. 3일차 σ 는 장마다 200배 차이난다.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요구사항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보너스 점수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 이것뿐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346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006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920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1일차 blind-spot
으로 학습
정답 안 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닫힌 해
학습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011680"/>
            <a:ext cx="1828800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06840" y="2148840"/>
            <a:ext cx="1645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560320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19.94 dB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822960" y="384048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경로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정답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분류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1일차 label-free (N2V) → Wiener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18.87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Self-supervised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plug-and-play · label-free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Self-supervised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supervised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1일차만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Supervised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최종 모델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3일차 학습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Supervised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label-free 경로는 3일차 정답을 한 장도 쓰지 않는다 — σ 추정도 측정치만 본다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전체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시도별 결과와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한 페이지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그랬나 / 무엇을 배웠나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2일차 답(K→0)을 그대로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−24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노이즈를 +51.5 dB 증폭. n=0 이라 통했던 답이다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 (K 는 val 에서)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선형 역산의 한계. 정보를 버려야 노이즈가 잡힌다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DC-Net (2일차 최고 구조)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14.80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hard DC 가 G/D=F+N/D 를 못박는다. 좋은 τ 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Wiener →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순서가 반대. 역산이 노이즈를 유색으로 만든다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median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에서만 딥러닝을 이긴다 (23.23)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오라클 선형(19.80)을 넘었다. 비선형이 필요하다는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전개형 (unet f32, blind)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25.91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ep37 정체. 용량과 조건화가 병목이지 학습량이 아니다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End2End U-Net f64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25.99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전개형과 비슷 — 물리 구조만으로는 이득이 없었다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2단 분해 (측정치 영역 → 역필터)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15.6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역필터가 오차를 1/D 로 증폭해 40 dB 디노이징을 요구한다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덜 학습된 모델을 '맞든 아니든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잔차까지 키워 σx 만 커진다. 잃은 대비는 사후에 못 만든다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3.8 dB 아래. 물리 구조가 실제로 이득이다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전개형 + DRUNet + σ 조건화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29.25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σ 200배 차이를 흡수. 두 기준 모두 통과 (test, 4× SE)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K·λ 는 전부 validation 에서 골랐다. test 는 채점에만 썼다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9202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
K, λ, 반복 횟수를 전부 여기서 고른다.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2336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1148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배포 안내 그대로. 표를 노이즈 종류별로 쪼개는 데만 쓰고 복원에는 쓰지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12064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521208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504688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
pnp.py·eval_day3.py 의 스윕을 val 로 옮겼다.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1509</Words>
  <Application>Microsoft Office PowerPoint</Application>
  <PresentationFormat>와이드스크린</PresentationFormat>
  <Paragraphs>315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삼성</cp:lastModifiedBy>
  <cp:revision>2</cp:revision>
  <dcterms:created xsi:type="dcterms:W3CDTF">2013-01-27T09:14:16Z</dcterms:created>
  <dcterms:modified xsi:type="dcterms:W3CDTF">2026-09-02T07:33:32Z</dcterms:modified>
  <cp:category/>
</cp:coreProperties>
</file>