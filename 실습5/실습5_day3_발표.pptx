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29.70 dB / 0.8828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+4.68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0253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0253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43230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5059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450592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288036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89864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89864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32841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34670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34670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377647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9476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794760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22452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24281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424281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69087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 여섯 가지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12064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13892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513892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56869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558698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58698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1675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51760" y="603504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Wiener 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573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전개형
(물리 + 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4029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691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σ 를 측정치에서
읽어 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691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13485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1832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29.70 dB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611880"/>
          <a:ext cx="1088135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60 → 116 에폭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매번 마지막 에폭까지 오르고 있었다. 수렴을 안 했던 것이다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29.70   ·   통과 기준 26 / 0.83   ·   배포 baseline 25.02 / 0.815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· 여러 장 평균 스펙트럼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정답을 봐야 만듦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· 장마다 참 스펙트럼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학습 없는 조합(21.06)이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오라클(21.95)에 0.89 dB 까지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닿아 있다. 선형으로 짜낼 것은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 짜냈다는 뜻이다.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 위 7.75 dB 는 학습된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사전지식의 몫이다.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2519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29.70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 여섯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아는 것도 결과다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(서로 다른 셋을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같은 체크포인트의 형제라 틀리는 방식이 같다. 오차 상관이 높으면 이득이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0.8828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0.7558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36.27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22.87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+4.68 dB · +0.0678   ·   다른 조 대비 +2.97 dB · +0.0613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배포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0.8828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