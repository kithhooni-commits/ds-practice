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삼성 DS2 · Image Restoration Challenge · 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31A19"/>
                </a:solidFill>
                <a:latin typeface="맑은 고딕"/>
              </a:rPr>
              <a:t>1일차 + 2일차 = 3일차 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0B6E5E"/>
                </a:solidFill>
                <a:latin typeface="맑은 고딕"/>
              </a:rPr>
              <a:t>선형 역산이 포기한 곳을 메우는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6756F"/>
                </a:solidFill>
                <a:latin typeface="맑은 고딕"/>
              </a:rPr>
              <a:t>g = dipole(f) + n  ·  test_deconv_noise 100장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8912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4572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제출값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89204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31A19"/>
                </a:solidFill>
                <a:latin typeface="맑은 고딕"/>
              </a:rPr>
              <a:t>29.25 dB / 0.8777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438912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40680" y="4572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6756F"/>
                </a:solidFill>
                <a:latin typeface="Consolas"/>
              </a:rPr>
              <a:t>배포 baseline 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489204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0B6E5E"/>
                </a:solidFill>
                <a:latin typeface="맑은 고딕"/>
              </a:rPr>
              <a:t>+4.24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15600" cy="566928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71907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6E5E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2821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31A19"/>
                </a:solidFill>
                <a:latin typeface="맑은 고딕"/>
              </a:rPr>
              <a:t>파이프라인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75564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무엇을 만들었나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5564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0B6E5E"/>
                </a:solidFill>
                <a:latin typeface="Consolas"/>
              </a:rPr>
              <a:t>요구사항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58568"/>
            <a:ext cx="10515600" cy="566928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6E5E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38658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31A19"/>
                </a:solidFill>
                <a:latin typeface="맑은 고딕"/>
              </a:rPr>
              <a:t>문제와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14016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왜 1일차 + 2일차가 안 되는가 · 선형의 천장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414016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0B6E5E"/>
                </a:solidFill>
                <a:latin typeface="Consolas"/>
              </a:rPr>
              <a:t>요구사항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916936"/>
            <a:ext cx="10515600" cy="566928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03580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6E5E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0449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31A19"/>
                </a:solidFill>
                <a:latin typeface="맑은 고딕"/>
              </a:rPr>
              <a:t>설계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072384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왜 전개형인가 · σ 를 라벨 없이 읽는 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072384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0B6E5E"/>
                </a:solidFill>
                <a:latin typeface="Consolas"/>
              </a:rPr>
              <a:t>요구사항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575304"/>
            <a:ext cx="10515600" cy="566928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694176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6E5E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7033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31A19"/>
                </a:solidFill>
                <a:latin typeface="맑은 고딕"/>
              </a:rPr>
              <a:t>복원 결과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73075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before / after / difference / GT · 노이즈별 격자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73075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0B6E5E"/>
                </a:solidFill>
                <a:latin typeface="Consolas"/>
              </a:rPr>
              <a:t>요구사항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233672"/>
            <a:ext cx="10515600" cy="566928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435254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6E5E"/>
                </a:solidFill>
                <a:latin typeface="Consola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3616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31A19"/>
                </a:solidFill>
                <a:latin typeface="맑은 고딕"/>
              </a:rPr>
              <a:t>결과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3891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어떤 노이즈·어떤 이미지에 취약한가 · σ ablation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3891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0B6E5E"/>
                </a:solidFill>
                <a:latin typeface="Consolas"/>
              </a:rPr>
              <a:t>tips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892040"/>
            <a:ext cx="10515600" cy="566928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50109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6E5E"/>
                </a:solidFill>
                <a:latin typeface="Consola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0200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31A19"/>
                </a:solidFill>
                <a:latin typeface="맑은 고딕"/>
              </a:rPr>
              <a:t>label-free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04748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정답을 한 장도 쓰지 않고 푼다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504748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0B6E5E"/>
                </a:solidFill>
                <a:latin typeface="Consolas"/>
              </a:rPr>
              <a:t>요구사항 4 · 보너스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550408"/>
            <a:ext cx="10515600" cy="566928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1560" y="56692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6E5E"/>
                </a:solidFill>
                <a:latin typeface="Consolas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67842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31A19"/>
                </a:solidFill>
                <a:latin typeface="맑은 고딕"/>
              </a:rPr>
              <a:t>시도별 요약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705856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무엇을 해봤고 무엇을 배웠나 · 검증 규칙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dirty="0">
                <a:solidFill>
                  <a:srgbClr val="66756F"/>
                </a:solidFill>
                <a:latin typeface="맑은 고딕"/>
              </a:rPr>
              <a:t>한 </a:t>
            </a:r>
            <a:r>
              <a:rPr sz="1400" b="0" dirty="0" err="1">
                <a:solidFill>
                  <a:srgbClr val="66756F"/>
                </a:solidFill>
                <a:latin typeface="맑은 고딕"/>
              </a:rPr>
              <a:t>장으로</a:t>
            </a:r>
            <a:endParaRPr sz="1400" b="0" dirty="0">
              <a:solidFill>
                <a:srgbClr val="66756F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1051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64208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맑은 고딕"/>
              </a:rPr>
              <a:t>흐림과 노이즈가 겹쳤다  g = h * f +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011680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1일차는 노이즈만, 2일차는 흐림만이었다. 3일차는 둘이 겹쳐 각자의 답이 통하지 않는다.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86207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715768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맑은 고딕"/>
              </a:rPr>
              <a:t>각자 최고인 도구를 이어 붙이면 진다 — 21.06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063240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1일차 디노이저(37.42)와 2일차 Wiener(109.86)를 이어도 배포 baseline(25.01)에 진다. 역산이 노이즈를 +51.5 dB 증폭하기 때문이다.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5760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91363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767328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맑은 고딕"/>
              </a:rPr>
              <a:t>선형 방법의 천장은 19.80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114800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정답을 알고 만든 최고의 선형 필터(오라클 위너)조차 그렇다. 그 위는 비선형 사전지식의 몫이다.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0916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96519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818888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맑은 고딕"/>
              </a:rPr>
              <a:t>전개형 — 물리 제약과 학습된 사전지식을 번갈아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166360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역산은 닫힌 해로 정확히 풀고, 네트워크는 역산이 포기한 주파수를 메우는 데만 용량을 쓴다. σ 는 측정치에서 읽어 장마다 다른 노이즈 세기에 맞춘다.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696712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58567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dirty="0" err="1">
                <a:solidFill>
                  <a:srgbClr val="131A19"/>
                </a:solidFill>
                <a:latin typeface="맑은 고딕"/>
              </a:rPr>
              <a:t>결과</a:t>
            </a:r>
            <a:r>
              <a:rPr sz="1300" b="1" dirty="0">
                <a:solidFill>
                  <a:srgbClr val="131A19"/>
                </a:solidFill>
                <a:latin typeface="맑은 고딕"/>
              </a:rPr>
              <a:t>   29.25 dB / 0.8777   ·   </a:t>
            </a:r>
            <a:r>
              <a:rPr sz="1300" b="1" dirty="0" err="1">
                <a:solidFill>
                  <a:srgbClr val="131A19"/>
                </a:solidFill>
                <a:latin typeface="맑은 고딕"/>
              </a:rPr>
              <a:t>배포</a:t>
            </a:r>
            <a:r>
              <a:rPr sz="1300" b="1" dirty="0">
                <a:solidFill>
                  <a:srgbClr val="131A19"/>
                </a:solidFill>
                <a:latin typeface="맑은 고딕"/>
              </a:rPr>
              <a:t> baseline 25.01 / 0.8149 </a:t>
            </a:r>
            <a:r>
              <a:rPr sz="1300" b="1" dirty="0" err="1">
                <a:solidFill>
                  <a:srgbClr val="131A19"/>
                </a:solidFill>
                <a:latin typeface="맑은 고딕"/>
              </a:rPr>
              <a:t>대비</a:t>
            </a:r>
            <a:r>
              <a:rPr sz="1300" b="1" dirty="0">
                <a:solidFill>
                  <a:srgbClr val="131A19"/>
                </a:solidFill>
                <a:latin typeface="맑은 고딕"/>
              </a:rPr>
              <a:t> +4.24 dB · +0.0628   ·   </a:t>
            </a:r>
            <a:r>
              <a:rPr sz="1300" b="1" dirty="0" err="1">
                <a:solidFill>
                  <a:srgbClr val="131A19"/>
                </a:solidFill>
                <a:latin typeface="맑은 고딕"/>
              </a:rPr>
              <a:t>통과</a:t>
            </a:r>
            <a:r>
              <a:rPr sz="1300" b="1" dirty="0">
                <a:solidFill>
                  <a:srgbClr val="131A19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31A19"/>
                </a:solidFill>
                <a:latin typeface="맑은 고딕"/>
              </a:rPr>
              <a:t>기준</a:t>
            </a:r>
            <a:r>
              <a:rPr sz="1300" b="1" dirty="0">
                <a:solidFill>
                  <a:srgbClr val="131A19"/>
                </a:solidFill>
                <a:latin typeface="맑은 고딕"/>
              </a:rPr>
              <a:t> 26 / 0.83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전개형 — 데이터 정합과 사전지식을 번갈아 4번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1828800" cy="146304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측정치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h*f + 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42032" y="2724912"/>
            <a:ext cx="182880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43200" y="2103120"/>
            <a:ext cx="1828800" cy="146304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22402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Wiener 초기화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69748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x₀ = D·G
   /(D²+λ₀)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99432" y="2724912"/>
            <a:ext cx="182880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00600" y="2103120"/>
            <a:ext cx="1828800" cy="14630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2040" y="22402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사전지식
DRUNet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69748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z = net(x, σ)
σ 는 측정치에서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656832" y="2724912"/>
            <a:ext cx="182880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58000" y="2103120"/>
            <a:ext cx="1828800" cy="146304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22402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데이터 정합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69748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x = (D·G+λZ)
     /(D²+λ)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14232" y="2724912"/>
            <a:ext cx="182880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15400" y="2103120"/>
            <a:ext cx="1828800" cy="14630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22402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복원 f̂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69748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29.25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70332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↑____________ 4번 반복 ____________|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389120"/>
            <a:ext cx="10515600" cy="14630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45720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데이터 정합은 학습 파라미터가 없다. dipole 은 주파수 영역에서 대각 연산자라 닫힌 해로 정확히 풀린다.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네트워크는 '아는 주파수를 다시 맞히는' 일을 배울 필요가 없고, 모르는 주파수를 채우는 데만 용량을 쓴다.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λ 는 단계마다 따로 학습해 '이번엔 측정치를 얼마나 믿을지'를 스스로 정한다.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Day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문제 — 두 열화가 겹쳤다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g = h * f + n. 노이즈가 흐림 **뒤에** 붙는다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37360"/>
          <a:ext cx="10515598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7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7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0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1일차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2일차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3일차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문제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g = f + 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g = h * f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g = h * f + n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우리 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DRUNet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Wiener K→0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?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점수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37.42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109.86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3291840"/>
            <a:ext cx="10515600" cy="23774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B6E5E"/>
                </a:solidFill>
                <a:latin typeface="맑은 고딕"/>
              </a:rPr>
              <a:t>순서가 중요하다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10058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C4947"/>
                </a:solidFill>
                <a:latin typeface="맑은 고딕"/>
              </a:rPr>
              <a:t>노이즈가 흐림 뒤에 붙었으므로 측정치 위에서는 백색이다. 그래서 역산 전에 지워야 한다.</a:t>
            </a:r>
          </a:p>
          <a:p>
            <a:pPr algn="l">
              <a:lnSpc>
                <a:spcPct val="125000"/>
              </a:lnSpc>
            </a:pPr>
            <a:endParaRPr sz="1400" b="0">
              <a:solidFill>
                <a:srgbClr val="3C4947"/>
              </a:solidFill>
              <a:latin typeface="맑은 고딕"/>
            </a:endParaRP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Consolas"/>
              </a:rPr>
              <a:t>전처리 → Wiener   21.06 dB          Wiener → 전처리   16.88 dB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3C4947"/>
                </a:solidFill>
                <a:latin typeface="맑은 고딕"/>
              </a:rPr>
              <a:t>4.2 dB 차이. 역산이 노이즈를 유색으로 만들면 디노이저가 못 알아본다.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노이즈 4종·σ 는 1일차와 파일별로 동일하다 (100/100 일치)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왜 1일차 + 2일차가 안 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숫자로 확인한 세 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123444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01368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맑은 고딕"/>
              </a:rPr>
              <a:t>2일차 답은 노이즈가 0이라서 통했다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6949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답이 1/D 로 나누는 것이었다. D 는 매직앵글 원뿔에서 0에 가까워지니
거의 무한대를 곱하는 셈인데, n=0 이면 무한대 × 0 = 0 이라 괜찮았다.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947672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B6E5E"/>
                </a:solidFill>
                <a:latin typeface="Consolas"/>
              </a:rPr>
              <a:t>+51.5 dB
노이즈 증폭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63240"/>
            <a:ext cx="10515600" cy="123444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172968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맑은 고딕"/>
              </a:rPr>
              <a:t>흐림이 대비를 죽여 같은 σ 가 훨씬 어려워진다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20440"/>
            <a:ext cx="6949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std(f)=0.222 → std(h*f)=0.092 (0.41배). 노이즈는 1일차와 똑같은데
신호만 줄었다. 1일차 디노이저가 본 적 없는 난이도다.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319272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B6E5E"/>
                </a:solidFill>
                <a:latin typeface="Consolas"/>
              </a:rPr>
              <a:t>+8.6 dB
→ +0.9 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34840"/>
            <a:ext cx="10515600" cy="123444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544568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맑은 고딕"/>
              </a:rPr>
              <a:t>주파수의 16% 는 진짜로 복원 불가다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892040"/>
            <a:ext cx="6949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|D|&lt;0.1 구간은 역산 후 SNR 이 −20 dB 이하다. 2일차엔 이 부분도
되살렸지만(노이즈가 0이니까) 3일차엔 못 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690872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B6E5E"/>
                </a:solidFill>
                <a:latin typeface="Consolas"/>
              </a:rPr>
              <a:t>16%
버려진다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재현: src/deconv/day3_common.py 의 load_val 로 직접 잰 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왜 딥러닝인가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선형 방법의 천장은 19.80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그 위는 전부 비선형 사전지식의 몫이다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37360"/>
          <a:ext cx="1051559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5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6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성격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Wiener 단독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13.79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선형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median → Wiener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19.20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거의 선형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오라클 위너 (주파수별 진짜 SNR 을 안다고 가정)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19.80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최고의 선형 필터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1일차 디노이저 → Wiener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21.06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비선형이 한 번 들어감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배포 baseline (End2End U-Net)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25.01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학습된 비선형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우리 최종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29.25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학습된 비선형 + 물리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38912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맑은 고딕"/>
              </a:rPr>
              <a:t>정답을 알고 만든 최고의 선형 필터조차 19.80 dB 다. 선형으로는 여기서 끝난다.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3C4947"/>
                </a:solidFill>
                <a:latin typeface="맑은 고딕"/>
              </a:rPr>
              <a:t>3일차는 도구를 조립하는 문제가 아니라, 역산이 포기한 원뿔 안을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3C4947"/>
                </a:solidFill>
                <a:latin typeface="맑은 고딕"/>
              </a:rPr>
              <a:t>이미지 사전지식으로 메우는 문제다.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왜 전개형인가 — DC-Net 이 죽은 자리에서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2일차 최고 구조가 3일차에서 실패한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C4947"/>
                </a:solidFill>
                <a:latin typeface="맑은 고딕"/>
              </a:rPr>
              <a:t>hard DC 는 |D|&gt;τ 인 주파수를 G/D 로 못박는다. 그런데 G = D·F + N 이므로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103120"/>
            <a:ext cx="7589520" cy="6858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2240280"/>
            <a:ext cx="7406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Consolas"/>
              </a:rPr>
              <a:t>G/D  =  F  +  N/D        ← 노이즈가 1/|D| 배 증폭된 채 고정된다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3063240"/>
          <a:ext cx="1051559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0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1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못박는 주파수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경계 노이즈 증폭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결과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0.005 (2일차 최적 방향)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99.2%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200배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폭발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0.05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92.0%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20배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14.80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0.2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66.4%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5배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DC 가 무의미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461772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800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31A19"/>
                </a:solidFill>
                <a:latin typeface="맑은 고딕"/>
              </a:rPr>
              <a:t>τ 를 키우면 DC 가 무의미해지고 줄이면 폭발한다 — 3일차엔 좋은 τ 가 없다.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3C4947"/>
                </a:solidFill>
                <a:latin typeface="맑은 고딕"/>
              </a:rPr>
              <a:t>고칠 방법은 못박지 말고 무게를 두는 것. 그게 soft DC 이고,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3C4947"/>
                </a:solidFill>
                <a:latin typeface="맑은 고딕"/>
              </a:rPr>
              <a:t>전개형이 곧 DC-Net 의 노이즈 대응 일반형이다 (λ→0 이면 DC-Net 이 된다).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σ 를 라벨 없이 읽어 모델에 알려준다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3일차 σ 는 이미지마다 200배 차이난다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C4947"/>
                </a:solidFill>
                <a:latin typeface="맑은 고딕"/>
              </a:rPr>
              <a:t>|D| &lt; 0.02 인 주파수엔 신호가 실려올 수 없다 — dipole 이 그리로 아무것도 보내지 않는다.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3C4947"/>
                </a:solidFill>
                <a:latin typeface="맑은 고딕"/>
              </a:rPr>
              <a:t>거기 남은 것은 전부 노이즈다. 파세발로 E|G|² = N·σ².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31A19"/>
                </a:solidFill>
                <a:latin typeface="맑은 고딕"/>
              </a:rPr>
              <a:t>정답도 noise_meta.json 도 쓰지 않는다.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743200"/>
          <a:ext cx="585216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값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σ 범위 (test 100장)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0.0007 ~ 0.1325  (200배)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추정 상대오차 중앙값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1.9%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σ&lt;0.05 구간 성능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23.91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σ≥0.10 구간 성능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17.64 dB  (6.3 dB 차이)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49440" y="2743200"/>
            <a:ext cx="4389120" cy="15544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8040" y="2926080"/>
            <a:ext cx="3931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blind 모델 하나로 200배 범위를 덮으려면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평균에 타협해야 한다.</a:t>
            </a:r>
          </a:p>
          <a:p>
            <a:pPr algn="l">
              <a:lnSpc>
                <a:spcPct val="125000"/>
              </a:lnSpc>
            </a:pPr>
            <a:endParaRPr sz="1300" b="1">
              <a:solidFill>
                <a:srgbClr val="131A19"/>
              </a:solidFill>
              <a:latin typeface="맑은 고딕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σ 를 알려주면 매 장에 맞는 세기로 지운다.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72000"/>
            <a:ext cx="10515600" cy="10972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σ 는 이미지마다 200배 차이나는데, 그 값을 아는 것만으로 지울 세기를 매 장에 맞출 수 있다.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커널을 알기에 쓸 수 있는 추정기다 — MAD 와 달리 이미지의 고주파를 노이즈로 착각하지 않는다.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before / after / difference / GT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σ 중앙값에 가까운 대표 이미지 — 잘 나온 걸 고르지 않았다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y3_diff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463040"/>
            <a:ext cx="9784080" cy="7671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위: 복원 · 가운데: |복원−정답| (열 공통 스케일) · 아래: 72×72 확대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노이즈 4종 × 방법별 복원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ay3_method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371600"/>
            <a:ext cx="5765666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각 칸 왼쪽 아래가 그 장의 PSNR / SSIM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결과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어디에 취약한가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배포 안내가 요구한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y3_weak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34796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82133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dirty="0" err="1">
                <a:solidFill>
                  <a:srgbClr val="131A19"/>
                </a:solidFill>
                <a:latin typeface="맑은 고딕"/>
              </a:rPr>
              <a:t>Rician</a:t>
            </a:r>
            <a:r>
              <a:rPr sz="1250" b="1" dirty="0">
                <a:solidFill>
                  <a:srgbClr val="131A19"/>
                </a:solidFill>
                <a:latin typeface="맑은 고딕"/>
              </a:rPr>
              <a:t> 이 </a:t>
            </a:r>
            <a:r>
              <a:rPr sz="1250" b="1" dirty="0" err="1">
                <a:solidFill>
                  <a:srgbClr val="131A19"/>
                </a:solidFill>
                <a:latin typeface="맑은 고딕"/>
              </a:rPr>
              <a:t>가장</a:t>
            </a:r>
            <a:r>
              <a:rPr sz="1250" b="1" dirty="0">
                <a:solidFill>
                  <a:srgbClr val="131A19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31A19"/>
                </a:solidFill>
                <a:latin typeface="맑은 고딕"/>
              </a:rPr>
              <a:t>약하다</a:t>
            </a:r>
            <a:endParaRPr sz="1250" b="1" dirty="0">
              <a:solidFill>
                <a:srgbClr val="131A19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507736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정류 편향이 DC 를 밀어 올리는데 dipole 은 DC 를 1/3 로 보존하므로 편향이 그대로 살아남는다.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2484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salt &amp; pepper 에서만 median 이 딥러닝을 이긴다 (23.23 vs 19.55)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80872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1일차 디노이저는 선명한 입력 위의 임펄스만 봤지, 흐릿한 입력 위의 임펄스는 본 적이 없다.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2834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X자 무늬는 매직앵글 영널 원뿔이다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84376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정보가 애초에 없는 주파수라 어떤 K 를 써도 남는다. 사전지식으로만 메울 수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제출값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최종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test_deconv_noise 100장 · 4× self-ensemble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599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판정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통과 기준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입력 (blur + noise)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8.02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−0.0187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출발점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배포 baseline (End2End U-Net)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25.01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0.8149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미달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다른 조 (2-step + 4× SE)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26.73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0.8215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SSIM 미달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우리 (전개형 + σ + 4× SE)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29.25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0.8777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통과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3977639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노이즈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gaussian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30.03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0.8830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rician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22.47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0.7464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uniform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29.23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0.9029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salt_and_pepper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35.26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0.9784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675120" y="3977639"/>
            <a:ext cx="4663440" cy="15544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03720" y="4160520"/>
            <a:ext cx="4206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rician 만 22.47 로 7 dB 뒤진다.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정류가 밝기를 +0.0396 밀어 올리는데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dipole 은 DC 를 1/3 로 보존하므로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역산에서 3배가 되어 0.119 로 남는다.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배포 baseline 대비 +4.24 dB · +0.0628 SSIM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σ 조건화가 성능의 절반을 책임진다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가중치는 그대로 두고 σ 입력만 바꿔 잰다 — 학습이 필요 없는 ablation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37360"/>
          <a:ext cx="1051559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9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0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4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σ 를 어떻게 주는가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손실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추정 σ (정상)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29.25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0.8777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σ = 0 (없다고 알려줌)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15.64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0.3948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-13.61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σ 2배 (과대평가)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22.45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0.7845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-6.80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38404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069080"/>
            <a:ext cx="10058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σ 를 0 이라고 알려주면 29.25 에서 15.64 로 무너진다.</a:t>
            </a:r>
          </a:p>
          <a:p>
            <a:pPr algn="l">
              <a:lnSpc>
                <a:spcPct val="125000"/>
              </a:lnSpc>
            </a:pPr>
            <a:endParaRPr sz="1300" b="1">
              <a:solidFill>
                <a:srgbClr val="131A19"/>
              </a:solidFill>
              <a:latin typeface="맑은 고딕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σ 는 |D| &lt; 0.02 인 주파수에서 읽는다. 거기엔 dipole 이 신호를 보내지 않으므로 남은 것은 전부 노이즈다.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정답도 noise_meta.json 도 쓰지 않는다 — 측정치 하나에서 나온다. 3일차 σ 는 장마다 200배 차이난다.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요구사항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label-free — 정답을 한 장도 쓰지 않고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보너스 점수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노이즈가 흐림 **뒤에** 붙어 측정치 위에서는 백색이다. 백색이면 Noise2Void 가 그대로 통한다.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g 의 일부 화소를 이웃으로 덮고 덮은 자리에서 g 를 맞히게 한다. 가린 화소를 못 보니 이웃에서 신호를 추정할 수밖에 없고,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잡음은 화소마다 독립이라 예측할 수 없으므로 최적해가 곧 노이즈 없는 h*f 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86207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측정치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가진 것은
이것뿐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74320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286207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N2V 디노이저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24612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가린 자리에서
g 를 맞힌다
정답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74320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286207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σ 추정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24612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널 원뿔에서
라벨 불필요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74320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286207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역필터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24612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λ 도 측정치에서
학습 없음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74320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06840" y="286207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복원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24612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19.94 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38912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572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λ 도 라벨 없이 정한다.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고전 Wiener 의 K = 잡음파워/신호파워 를 측정치에서 계산한다 — 잡음파워는 널 원뿔의 σ², 신호파워는 측정치 파워에서 잡음 몫을 뺀 것.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val 에서 고른 K 대비 −0.58 dB. 정답을 한 번도 쓰지 않고 그만큼 따라간다.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학습 측정치는 train 의 clean 에서 합성하되 clean 은 손실에 한 번도 들어가지 않는다 · test 는 건드리지 않는다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결과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어떤 type 의 이미지에 취약한가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노이즈 라벨은 있지만 이미지 라벨은 없다 — 이미지 자체 특징으로 가른다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y3_image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881360" cy="2686926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420624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특징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하위 1/3 → 상위 1/3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상관계수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해석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대비 (std)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−3.59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−0.459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같은 σ 라도 구조가 많으면 잃을 것이 많다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에지 밀도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−3.52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−0.405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평탄하면 사전지식이 강하게 작동한다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동적범위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−3.31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−0.310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위와 같은 이유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무늬 조밀도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+0.92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+0.053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예상과 달리 거의 무관했다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가장 못 살린 10장: σ 0.113(전체 0.074) · 대비 0.263(0.158) · 에지 0.083(0.050) · rician 5장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전체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시도별 결과와 개선점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한 페이지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31A19"/>
                          </a:solidFill>
                          <a:latin typeface="맑은 고딕"/>
                        </a:rPr>
                        <a:t>시도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결과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왜 그랬나 / 무엇을 배웠나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2일차 답(K→0)을 그대로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−24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노이즈를 +51.5 dB 증폭. n=0 이라 통했던 답이다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Wiener 단독 (K 는 val 에서)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13.79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선형 역산의 한계. 정보를 버려야 노이즈가 잡힌다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DC-Net (2일차 최고 구조)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14.80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hard DC 가 G/D=F+N/D 를 못박는다. 좋은 τ 가 없다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Wiener → 디노이저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16.88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순서가 반대. 역산이 노이즈를 유색으로 만든다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median → Wiener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19.20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s&amp;p 에서만 딥러닝을 이긴다 (23.23)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1일차 디노이저 → Wiener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21.06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오라클 선형(19.80)을 넘었다. 비선형이 필요하다는 증거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전개형 (unet f32, blind)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25.91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ep37 정체. 용량과 조건화가 병목이지 학습량이 아니다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End2End U-Net f64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25.99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전개형과 비슷 — 물리 구조만으로는 이득이 없었다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2단 분해 (측정치 영역 → 역필터)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15.6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실패. 역필터가 오차를 1/D 로 증폭해 40 dB 디노이징을 요구한다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SSIM 을 처음부터 손실에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17.5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실패. 덜 학습된 모델을 '맞든 아니든 대비를 키우는' 쪽으로 민다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언샤프 후처리로 SSIM 보정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실패. 잔차까지 키워 σx 만 커진다. 잃은 대비는 사후에 못 만든다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end-to-end DRUNet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24.6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전개형보다 3.8 dB 아래. 물리 구조가 실제로 이득이다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31A19"/>
                          </a:solidFill>
                          <a:latin typeface="맑은 고딕"/>
                        </a:rPr>
                        <a:t>전개형 + DRUNet + σ 조건화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29.25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σ 200배 차이를 흡수. 두 기준 모두 통과 (test, 4× SE)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K·λ 는 전부 validation 에서 골랐다. test 는 채점에만 썼다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검증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test set 은 채점에만 썼다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학습이 아니어도 하이퍼파라미터를 test 로 고르면 test 를 쓴 것이다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B6E5E"/>
                </a:solidFill>
                <a:latin typeface="맑은 고딕"/>
              </a:rPr>
              <a:t>튜닝은 val 에서만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1284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val clean 에 forward + 파일명 seed 노이즈를 걸어 (측정치, 정답) 쌍을 만든다.
K, λ, 반복 횟수를 전부 여기서 고른다. day3_common.load_val()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2608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017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B6E5E"/>
                </a:solidFill>
                <a:latin typeface="맑은 고딕"/>
              </a:rPr>
              <a:t>test 는 report() 한 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1012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배포된 test_deconv_noise 는 최종 점수를 낼 때만 읽는다. day3_common.load_test()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2336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B6E5E"/>
                </a:solidFill>
                <a:latin typeface="맑은 고딕"/>
              </a:rPr>
              <a:t>noise_meta.json 은 결과 분석에만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4074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배포 안내 그대로. 표를 노이즈 종류별로 쪼개는 데만 쓰고 복원에는 쓰지 않는다.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12064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2120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B6E5E"/>
                </a:solidFill>
                <a:latin typeface="맑은 고딕"/>
              </a:rPr>
              <a:t>직접 찾아 고친 위반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50468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6756F"/>
                </a:solidFill>
                <a:latin typeface="맑은 고딕"/>
              </a:rPr>
              <a:t>초기 스크립트가 K 를 test 에서 스윕하고 있었다. combine_day3.py 는 폐기하고
pnp.py·eval_day3.py 의 스윕을 val 로 옮겼다.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1911</Words>
  <Application>Microsoft Office PowerPoint</Application>
  <PresentationFormat>와이드스크린</PresentationFormat>
  <Paragraphs>370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삼성</cp:lastModifiedBy>
  <cp:revision>2</cp:revision>
  <dcterms:created xsi:type="dcterms:W3CDTF">2013-01-27T09:14:16Z</dcterms:created>
  <dcterms:modified xsi:type="dcterms:W3CDTF">2026-09-02T07:58:57Z</dcterms:modified>
  <cp:category/>
</cp:coreProperties>
</file>