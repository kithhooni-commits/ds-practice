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보너스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보너스 — self-supervised. 라벨을 한 번도 쓰지 않고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노이즈 제거와 역산을 나눠, 각각 다른 자기지도 기법을 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0195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측정치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7744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blur + noise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96896" y="2395728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178308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190195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Stage 1
디노이저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37744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U-Net 0.48M
Noise2Noise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91456" y="2395728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178308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190195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denoised blur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37744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노이즈만 지운 상태
(흐림은 그대로)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86016" y="2395728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178308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2" y="190195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Stage 2
역산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2" y="237744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U-Net 5.7M
Equivariant Imaging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180576" y="2395728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178308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190195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복원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237744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24.79 dB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520440"/>
          <a:ext cx="1051559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4206239"/>
                <a:gridCol w="5029200"/>
              </a:tblGrid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Stage 1 — 디노이저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Stage 2 — 역산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구조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U-Net (chans 24, pool 3)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U-Net + Dilated Bottleneck (32, pool 4)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measure + impulse mask (2채널)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Wiener·TKD·median·불일치맵·mask (6채널)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노이즈만 제거. 흐림은 그대로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denoised blur → 최종 복원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파라미터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479,617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5,724,801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학습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Noise2Noise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Equivariant Imaging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학습 loss 어디에도 label 이 들어가지 않는다 — 검증과 최종 채점에만 쓴다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자기지도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Stage 1 — Noise2Noise. 깨끗한 정답 대신 다른 노이즈를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같은 흐림에서 노이즈만 다르게 두 장을 만들어, 하나로 다른 하나를 맞힌다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1691640"/>
            <a:ext cx="8046720" cy="8686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82880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Consolas"/>
              </a:rPr>
              <a:t>y₁, y₂ = 같은 blur + 독립적인 노이즈 두 실현</a:t>
            </a:r>
          </a:p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loss = Charbonnier( f(y₁),  y₂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왜 노이즈를 정답으로 써도 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729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노이즈는 평균이 0 이고 두 실현이 독립이다. 그래서 y₂ 를 맞히려는 최적해가 곧 노이즈 없는 신호다 — E[y₂ | y₁] = 신호.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4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Charbonnier(L1)를 쓰는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1330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salt &amp; pepper 는 임펄스라 평균이 끌려간다. L1 은 조건부 중앙값으로 수렴해 그 편향을 피한다. 실제로 s&amp;p 가 가장 잘 나온다 (30.09 dB).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006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rician 만 따로 보정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9320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정류 때문에 평균이 0 이 아니다. 타깃을 √(max(y² − 2σ², 0)) 로 바꿔 moment 기준으로 편향을 뺀다.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Noise2Noise — Lehtinen et al., ICML 2018.  깨끗한 정답 없이 노이즈 쌍만으로 학습한다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자기지도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Stage 2 — Equivariant Imaging. 측정으로 못 본 곳을 채운다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이미지를 돌려도 여전히 같은 종류의 이미지여야 한다는 제약을 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1645920"/>
            <a:ext cx="9144000" cy="12344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8778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31A19"/>
                </a:solidFill>
                <a:latin typeface="Consolas"/>
              </a:rPr>
              <a:t>x₁   = g(hint(denoised))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31A19"/>
                </a:solidFill>
                <a:latin typeface="Consolas"/>
              </a:rPr>
              <a:t>loss_mc = ‖A(x₁) − y₃‖                  측정치와 맞아야 한다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31A19"/>
                </a:solidFill>
                <a:latin typeface="Consolas"/>
              </a:rPr>
              <a:t>x₁ᵀ  = rot90(x₁),  x₂ = g(hint(A(x₁ᵀ)))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loss_eq = ‖x₂ − x₁ᵀ‖                    돌려도 같아야 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왜 이것이 원뿔을 메우나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930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측정만으로는 매직앵글 원뿔의 정보를 얻을 수 없다. 그런데 이미지를 돌리면 그 원뿔이 이미지의 다른 방향과 겹친다 — 돌린 것도 같은 이미지여야 한다는 제약이 원뿔 안쪽에 대한 정보를 만들어 준다.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0624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왜 90도 회전만 쓰나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9884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뒤집기는 dipole 커널과 교환된다. 교환되면 A(Tx) 가 새로운 측정 방향을 주지 못해 얻는 것이 없다. 90도 회전은 교환되지 않으므로 쓸 수 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2064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2120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λ_eq 스케줄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0468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0 → 1.0 (3 epoch warmup) → 0.2 (6 epoch부터 감소). 초반엔 등변성을 세게 걸어 원뿔을 채우고, 후반엔 낮춰 측정 충실도 위주로 안정화한다.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Equivariant Imaging — Chen et al., ICCV 2021.  그 밖에 rician 가중치 4배 · EMA(0.999) · early stopping(patience 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결과 — classical 최고보다 +9.7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test_deconv_noise 100장 · TTA = 항등 + 좌우 + 상하 + 180°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59435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측정치 (입력)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8.16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−0.014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Mean / Median / Adaptive 필터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8.3 안팎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0.05~0.06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TKD (clip=5)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14.93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0.361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Wiener (K=1e-2)  ← classical 최고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15.10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0.385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Self-supervised (N2N + EI)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24.55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0.781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Self-supervised + TTA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24.79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0.787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64592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노이즈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salt &amp; pepper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30.09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0.943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gaussian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26.06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0.806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uniform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25.60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0.845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rician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17.40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0.554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23760" y="33375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맑은 고딕"/>
              </a:rPr>
              <a:t>L1 이 임펄스에 강하다는 이론이 s&amp;p 30.09 로 확인된다. rician 은 8~13 dB 뒤진다.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10515600" cy="17373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224528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데이터 효율성 — 1000장(전체의 13.8%)만 써도 23.55 dB.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전체 7268장(24.79)과 1.2 dB 밖에 차이나지 않는다. gradient step 수를 고정해 공정하게 비교한 값이다.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라벨이 필요 없으니 데이터를 모으기도 쉽고, 적은 데이터로도 버틴다 — 자기지도 방식의 값어치가 여기에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참고: 지도학습 최종은 30.37 dB / 0.8900.  라벨을 쓰지 않은 값으로는 classical(15.10) 대비 +9.7 dB 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논의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한계와 논점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무엇이 남았고, 무엇을 배웠나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rician 이 구조적으로 어렵다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편향 보정과 4배 가중치를 줬는데도 다른 셋보다 8~13 dB 낮다. 진폭 도메인의 비선형·비가우시안 노이즈라 '노이즈는 예측 불가' 라는 자기지도의 전제가 약해진다.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74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17.40 dB
다음 셋은 25~30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TTA 는 모든 조건에서 +0.2~0.3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27248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재학습 없이 얻는 개선. 전체 budget 에서도 1000장 budget 에서도 일관되게 나온다.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9260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24.55
→ 24.79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9476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salt &amp; pepper 가 가장 쉽다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78808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Charbonnier(L1)가 조건부 중앙값으로 수렴한다는 이론이 임펄스 노이즈에 정확히 들어맞는다는 것이 실측으로 확인됐다.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7764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30.09 dB
최고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4632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3776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지도학습과의 격차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230368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지도학습 최종 30.37 dB 와는 아직 5.6 dB 차이가 난다. 다만 라벨을 한 장도 쓰지 않았다는 것이 이 트랙의 목표였다.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292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24.79
vs 30.37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94360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606247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같은 사실이 정반대로 쓰인다 — self-ensemble 은 커널과 교환되는 변환(뒤집기)만, Equivariant Imaging 은 교환되지 않는 변환(90° 회전)만 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