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결과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취약점 — 어떤 노이즈에 약한가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노이즈 종류별 방법 비교와, σ 가 커질 때의 성능 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y3_weak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58283"/>
            <a:ext cx="7498079" cy="24387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2011680"/>
            <a:ext cx="3584448" cy="39319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11896" y="2157984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맑은 고딕"/>
              </a:rPr>
              <a:t>읽는 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11896" y="2432304"/>
            <a:ext cx="31546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1">
                <a:solidFill>
                  <a:srgbClr val="0B6E5E"/>
                </a:solidFill>
                <a:latin typeface="맑은 고딕"/>
              </a:rPr>
              <a:t>왼쪽 — 방법별로 얼마나 벌어지나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맑은 고딕"/>
              </a:rPr>
              <a:t>네 종류 모두 같은 순서다. 측정치 &lt; Wiener &lt; median→Wiener &lt; 우리 모델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66756F"/>
                </a:solidFill>
                <a:latin typeface="맑은 고딕"/>
              </a:rPr>
              <a:t>특정 종류에 맞춘 게 아니라는 뜻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600"/>
              <a:t/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1">
                <a:solidFill>
                  <a:srgbClr val="3C4947"/>
                </a:solidFill>
                <a:latin typeface="맑은 고딕"/>
              </a:rPr>
              <a:t>Rician 만 막대가 낮다</a:t>
            </a:r>
            <a:r>
              <a:rPr sz="950" b="0">
                <a:solidFill>
                  <a:srgbClr val="3C4947"/>
                </a:solidFill>
                <a:latin typeface="맑은 고딕"/>
              </a:rPr>
              <a:t>. 다른 셋은 30 부근인데 23.41 이다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66756F"/>
                </a:solidFill>
                <a:latin typeface="맑은 고딕"/>
              </a:rPr>
              <a:t>평균이 0 이 아니라서 생긴 편향이 DC 를 타고 3배가 된다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600"/>
              <a:t/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1">
                <a:solidFill>
                  <a:srgbClr val="3C4947"/>
                </a:solidFill>
                <a:latin typeface="맑은 고딕"/>
              </a:rPr>
              <a:t>Salt &amp; Pepper 가 가장 높다</a:t>
            </a:r>
            <a:r>
              <a:rPr sz="950" b="0">
                <a:solidFill>
                  <a:srgbClr val="3C4947"/>
                </a:solidFill>
                <a:latin typeface="맑은 고딕"/>
              </a:rPr>
              <a:t> (38.19)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66756F"/>
                </a:solidFill>
                <a:latin typeface="맑은 고딕"/>
              </a:rPr>
              <a:t>임펄스는 주파수로 넓게 퍼져 영널 원뿔 밖에 대부분 놓인다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600"/>
              <a:t/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1">
                <a:solidFill>
                  <a:srgbClr val="0B6E5E"/>
                </a:solidFill>
                <a:latin typeface="맑은 고딕"/>
              </a:rPr>
              <a:t>오른쪽 — σ 가 커질수록 떨어진다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맑은 고딕"/>
              </a:rPr>
              <a:t>σ 0.0007~0.1325, 200배 범위다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3C4947"/>
                </a:solidFill>
                <a:latin typeface="맑은 고딕"/>
              </a:rPr>
              <a:t>중요한 건 </a:t>
            </a:r>
            <a:r>
              <a:rPr sz="950" b="1">
                <a:solidFill>
                  <a:srgbClr val="3C4947"/>
                </a:solidFill>
                <a:latin typeface="맑은 고딕"/>
              </a:rPr>
              <a:t>색깔이 섞이지 않고 층을 이룬다</a:t>
            </a:r>
            <a:r>
              <a:rPr sz="950" b="0">
                <a:solidFill>
                  <a:srgbClr val="3C4947"/>
                </a:solidFill>
                <a:latin typeface="맑은 고딕"/>
              </a:rPr>
              <a:t>는 점이다</a:t>
            </a:r>
          </a:p>
          <a:p>
            <a:pPr>
              <a:lnSpc>
                <a:spcPct val="122000"/>
              </a:lnSpc>
              <a:spcBef>
                <a:spcPts val="200"/>
              </a:spcBef>
            </a:pPr>
            <a:r>
              <a:rPr sz="950" b="0">
                <a:solidFill>
                  <a:srgbClr val="66756F"/>
                </a:solidFill>
                <a:latin typeface="맑은 고딕"/>
              </a:rPr>
              <a:t>같은 σ 에서도 Rician(주황)은 아래, Salt &amp; Pepper(빨강)는 위다. 세기만이 아니라 종류가 따로 영향을 준다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test_deconv_noise 100장 · 대표 이미지가 아니라 100장 전부를 찍은 것이다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