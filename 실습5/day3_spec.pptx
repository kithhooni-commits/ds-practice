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제출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구성 — 네트워크 · 학습 방법 · 학습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외부 사전학습 가중치는 쓰지 않았다. 주어진 데이터만으로 A100 한 장에서 만들었다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066543"/>
            <a:ext cx="3611880" cy="41605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12847"/>
            <a:ext cx="3611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B6E5E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14015"/>
            <a:ext cx="3172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네트워크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24911"/>
            <a:ext cx="31729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맑은 고딕"/>
              </a:rPr>
              <a:t>Unrolled network — 물리를 층으로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1"/>
            <a:ext cx="3172968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x₀ = Wiener(g, λ₀)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반복 N:  σ̂ = estimate_sigma(g)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             z = DRUNet(x, σ̂)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             x = (D·G + λZ)/(D² + λ)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백본 </a:t>
            </a:r>
            <a:r>
              <a:rPr sz="950" b="1">
                <a:solidFill>
                  <a:srgbClr val="3C4947"/>
                </a:solidFill>
                <a:latin typeface="맑은 고딕"/>
              </a:rPr>
              <a:t>DRUNet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(U-Net + residual, σ 조건화 채널) · features 48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파라미터 </a:t>
            </a:r>
            <a:r>
              <a:rPr sz="950" b="1">
                <a:solidFill>
                  <a:srgbClr val="3C4947"/>
                </a:solidFill>
                <a:latin typeface="맑은 고딕"/>
              </a:rPr>
              <a:t>18,359,572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— 그중 λ 는 4개뿐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가중치 공유: 모든 단계가 같은 망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0B6E5E"/>
                </a:solidFill>
                <a:latin typeface="맑은 고딕"/>
              </a:rPr>
              <a:t>pretrained 사용 안 함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ImageNet·공개 DRUNet 등 외부 가중치 0. 주어진 데이터로만 만들었다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초기화는 무작위, 또는 우리가 직접 학습한 체크포인트에서 이어 학습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3C4947"/>
                </a:solidFill>
                <a:latin typeface="맑은 고딕"/>
              </a:rPr>
              <a:t>제출 = 4단계 + 6단계 두 모델의 0.5:0.5 평균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066543"/>
            <a:ext cx="3611880" cy="41605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212847"/>
            <a:ext cx="3611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B6E5E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414015"/>
            <a:ext cx="3172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학습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724911"/>
            <a:ext cx="31729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맑은 고딕"/>
              </a:rPr>
              <a:t>Supervised — 열화 쌍을 직접 만든다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999231"/>
            <a:ext cx="3172968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제공된 train </a:t>
            </a:r>
            <a:r>
              <a:rPr sz="950" b="1">
                <a:solidFill>
                  <a:srgbClr val="3C4947"/>
                </a:solidFill>
                <a:latin typeface="맑은 고딕"/>
              </a:rPr>
              <a:t>7,268장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만 사용. </a:t>
            </a:r>
            <a:r>
              <a:rPr sz="950" b="1">
                <a:solidFill>
                  <a:srgbClr val="0B6E5E"/>
                </a:solidFill>
                <a:latin typeface="맑은 고딕"/>
              </a:rPr>
              <a:t>test 는 채점에만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clean f 에서 매 배치 </a:t>
            </a:r>
            <a:r>
              <a:rPr sz="950" b="0">
                <a:solidFill>
                  <a:srgbClr val="3C4947"/>
                </a:solidFill>
                <a:latin typeface="Consolas"/>
              </a:rPr>
              <a:t>f → dipole → +noise(4종)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로 쌍 생성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Loss  Charbonnier √(e²+ε²)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Optim  AdamW · lr 2e-4 · wd 1e-5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Sched  warmup 200 step → cosine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AMP   bf16 · grad clip 1.0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Batch  8 · 256² 통째로 (크롭 없음)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augmentation 은 뒤집기만 — 90° 회전 제외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λ 도 함께 학습 (log 로 저장, 단계마다 따로)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모델 선택은 </a:t>
            </a:r>
            <a:r>
              <a:rPr sz="950" b="1">
                <a:solidFill>
                  <a:srgbClr val="0B6E5E"/>
                </a:solidFill>
                <a:latin typeface="맑은 고딕"/>
              </a:rPr>
              <a:t>val 100장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의 best epoch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추론에 16× self-ensemble (뒤집기·180°·대각 순환이동)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066543"/>
            <a:ext cx="3611880" cy="41605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12847"/>
            <a:ext cx="3611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B6E5E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14015"/>
            <a:ext cx="3172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학습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724911"/>
            <a:ext cx="31729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맑은 고딕"/>
              </a:rPr>
              <a:t>Colab A100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999231"/>
            <a:ext cx="3172968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v1  60 epoch</a:t>
            </a:r>
            <a:r>
              <a:rPr sz="950" b="1">
                <a:solidFill>
                  <a:srgbClr val="3C4947"/>
                </a:solidFill>
                <a:latin typeface="맑은 고딕"/>
              </a:rPr>
              <a:t>        6,133 s  (1.7 h)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long  4단계 이어 학습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  약 2.5 h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Consolas"/>
              </a:rPr>
              <a:t>iter6  6단계 이어 학습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 약 2.5 h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0B6E5E"/>
                </a:solidFill>
                <a:latin typeface="맑은 고딕"/>
              </a:rPr>
              <a:t>제출 모델 합계  약 7 h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실측으로 기록된 것은 v1 의 6,133초다. 이어 학습 두 건은 로그를 남기지 않아 에폭당 약 100초 기준으로 어림했다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탐색·실패한 시도까지 포함한 3일차 총 GPU 시간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3C4947"/>
                </a:solidFill>
                <a:latin typeface="맑은 고딕"/>
              </a:rPr>
              <a:t>약 15 h</a:t>
            </a:r>
            <a:r>
              <a:rPr sz="950" b="0">
                <a:solidFill>
                  <a:srgbClr val="66756F"/>
                </a:solidFill>
                <a:latin typeface="맑은 고딕"/>
              </a:rPr>
              <a:t>  (DC-Net · 2단 분해 · label-free 등)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추론 (test 100장)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16× self-ensemble  약 10~20분 · 앙상블 없이 1분 이내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test_deconv_noise 100장 · 최종 30.44 dB / 0.8899 (배포 baseline 25.02 / 0.815 대비 +5.42 dB)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