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삼성 DS2 · Image Restoration Challenge ·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31A19"/>
                </a:solidFill>
                <a:latin typeface="맑은 고딕"/>
              </a:rPr>
              <a:t>흐림을 되돌리는 데 딥러닝이 진 이유,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B6E5E"/>
                </a:solidFill>
                <a:latin typeface="맑은 고딕"/>
              </a:rPr>
              <a:t>그리고 이기는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6756F"/>
                </a:solidFill>
                <a:latin typeface="맑은 고딕"/>
              </a:rPr>
              <a:t>dipole deconvolution · test_deconv_only 100장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4632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31A19"/>
                </a:solidFill>
                <a:latin typeface="Consolas"/>
              </a:rPr>
              <a:t>PSNR 109.86   SSIM 1.0000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3434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6756F"/>
                </a:solidFill>
                <a:latin typeface="Consolas"/>
              </a:rPr>
              <a:t>배포 U-Net 30 epoch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84632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66756F"/>
                </a:solidFill>
                <a:latin typeface="Consolas"/>
              </a:rPr>
              <a:t>PSNR 25.59   SSIM 0.8779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349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→  +84.27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3949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66756F"/>
                </a:solidFill>
                <a:latin typeface="맑은 고딕"/>
              </a:rPr>
              <a:t>5조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1일차와 정반대다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입력은 훨씬 나쁜데 결과는 훨씬 좋다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480560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A19"/>
                          </a:solidFill>
                          <a:latin typeface="Consolas"/>
                        </a:rPr>
                        <a:t>Day 1 denoising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A19"/>
                          </a:solidFill>
                          <a:latin typeface="Consolas"/>
                        </a:rPr>
                        <a:t>Day 2 deconvolution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4947"/>
                          </a:solidFill>
                          <a:latin typeface="맑은 고딕"/>
                        </a:rPr>
                        <a:t>열화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g = f + 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g = h * f   (노이즈 없음)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4947"/>
                          </a:solidFill>
                          <a:latin typeface="맑은 고딕"/>
                        </a:rPr>
                        <a:t>입력 PSNR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24.67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7.89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4947"/>
                          </a:solidFill>
                          <a:latin typeface="맑은 고딕"/>
                        </a:rPr>
                        <a:t>고전 최고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adaptive 27.20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Wiener 109.86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4947"/>
                          </a:solidFill>
                          <a:latin typeface="맑은 고딕"/>
                        </a:rPr>
                        <a:t>딥러닝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DRUNet 37.42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4947"/>
                          </a:solidFill>
                          <a:latin typeface="Consolas"/>
                        </a:rPr>
                        <a:t>U-Net 25.59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31A19"/>
                          </a:solidFill>
                          <a:latin typeface="맑은 고딕"/>
                        </a:rPr>
                        <a:t>승자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A19"/>
                          </a:solidFill>
                          <a:latin typeface="Consolas"/>
                        </a:rPr>
                        <a:t>딥러닝 +10 dB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A19"/>
                          </a:solidFill>
                          <a:latin typeface="Consolas"/>
                        </a:rPr>
                        <a:t>고전 +84 dB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51960"/>
            <a:ext cx="10881360" cy="210312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31A19"/>
                </a:solidFill>
                <a:latin typeface="맑은 고딕"/>
              </a:rPr>
              <a:t>노이즈가 없으면 역연산이 정확하다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3C4947"/>
                </a:solidFill>
                <a:latin typeface="Consolas"/>
              </a:rPr>
              <a:t>g = ifft2(fft2(f)·D) 를 뒤집으면 f = ifft2(fft2(g)/D) 다. 나눗셈 한 번이면 끝난다.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3C4947"/>
                </a:solidFill>
                <a:latin typeface="맑은 고딕"/>
              </a:rPr>
              <a:t>이산 격자에서 D 가 정확히 0 인 점이 없고 분모에 1e-8 도 들어 있어 1/D 가 기계 정밀도까지 통한다. 신경망이 해석적 역함수를 이길 수 없다.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0B6E5E"/>
                </a:solidFill>
                <a:latin typeface="맑은 고딕"/>
              </a:rPr>
              <a:t>Day 3 강의자료가 경고한 'QSM Challenge 2.0 에서 고전 기법이 딥러닝을 이긴 사례'가 여기서 재현된다.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배포 예시 로그의 K 스윕이 1e-4 에서 멈춰 있어 이 격차가 16.7 dB 로만 보인다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1 · WIENER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K 는 무엇을 버릴지 정하는 문턱이다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W = (1/D) · |D|²/(|D|²+K) — 앞은 역산, 뒤는 게이트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920240"/>
                <a:gridCol w="1920240"/>
                <a:gridCol w="192024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|D|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증폭 1/D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K=1e-2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K=1e-4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K=1e-6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K=1e-12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0.33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0.003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333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0.0001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9776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노이즈가 없으면 버릴 이유가 없다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|D|=0.001 로 도착한 신호는 1000배 줄었을 뿐 여전히 정확하다. K 를 키우면 멀쩡한 정보를 스스로 지우는 것이다.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3C4947"/>
                </a:solidFill>
                <a:latin typeface="Consolas"/>
              </a:rPr>
              <a:t>K=1e-2  24.9 → K=1e-4  42.3 → K→0  109.9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1605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노이즈가 있으면 정반대가 된다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신호는 1000배 줄어 왔는데 노이즈는 안 줄었다. 1/D 를 곱하면 노이즈만 증폭된다.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1">
                <a:solidFill>
                  <a:srgbClr val="8C4A6B"/>
                </a:solidFill>
                <a:latin typeface="맑은 고딕"/>
              </a:rPr>
              <a:t>σ=1e-3 에서 K→0 은 7.9 dB — 흐린 입력(7.89)과 같아진다.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K = 잡음파워/신호파워. Wiener 의 원래 정의가 그렇다.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왜 딥러닝이 지는가 — 수용영역이 아니라 조건수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배포 U-Net 은 4단 다운샘플이라 이미 전역을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무엇이 문제였나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U-Net (0.84M)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4단 다운샘플이면 병목이 16² 라 전역을 본다.</a:t>
                      </a:r>
                    </a:p>
                    <a:p>
                      <a:r>
                        <a:t>수용영역 문제가 아니다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주파수 곱셈 W 를 학습</a:t>
                      </a:r>
                    </a:p>
                    <a:p>
                      <a:r>
                        <a:t>+ 이미지 영역 MSE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정답이 가설 공간 안에 있는데도 못 찾는다.</a:t>
                      </a:r>
                    </a:p>
                    <a:p>
                      <a:r>
                        <a:t>학습된 이득 최대 4.8, 정답은 44074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Wiener (해석적)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109.86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나눗셈 한 번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52628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90872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같은 원인이 구조와 손실 양쪽에 있다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디컨볼루션은 |D| 가 작은 주파수를 1000배 넘게 증폭해야 한다. 3×3 합성곱을 쌓아 그런 선택적 증폭을 만들기 어렵고(구조), 그 주파수는 이미지에 실린 에너지가 작아 손실에도 거의 기여하지 않는다(손실). 경사하강이 '여기를 키워라'는 신호를 받지 못한다.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이기는 방법 — 주파수마다 따로 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커널 D 를 쓰지 않는다. (측정치, 정답) 쌍만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881360" cy="12344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95144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측정 모델이 G(k) = D(k)·F(k) 이므로 주파수끼리 섞이지 않는다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각 k 에서 독립적인 1차원 최소제곱이고 닫힌 해가 있다: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500" b="1">
                <a:solidFill>
                  <a:srgbClr val="0B6E5E"/>
                </a:solidFill>
                <a:latin typeface="Consolas"/>
              </a:rPr>
              <a:t>W(k) = Σᵢ Fᵢ(k)·conj(Gᵢ(k)) / Σᵢ |Gᵢ(k)|²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611880"/>
          <a:ext cx="57607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628"/>
                <a:gridCol w="1101314"/>
                <a:gridCol w="1101314"/>
                <a:gridCol w="1355463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train 장수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1/D 와 상관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107.93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0.999985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108.62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1.000000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커널을 아는 해석적 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109.86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3566160"/>
            <a:ext cx="4754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10장이면 충분하다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커널을 코드 어디에도 쓰지 않는데 학습된 필터가 1/D 와 상관계수 1.000000 으로 일치한다. 데이터에서 커널의 역을 발견한 것이다.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1">
                <a:solidFill>
                  <a:srgbClr val="0B6E5E"/>
                </a:solidFill>
                <a:latin typeface="맑은 고딕"/>
              </a:rPr>
              <a:t>같은 파라미터·같은 데이터인데 최적화 방법만 바꿔 26.25 → 108.62 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src/deconv/learn_filter.py — 신경망이 아니라 선형 연산자 하나(65,536 파라미터)를 최소제곱으로 맞춘다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test_deconv_only 100장 · 배포 지표 구현 그대로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5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4"/>
                <a:gridCol w="1681664"/>
                <a:gridCol w="1483821"/>
                <a:gridCol w="1681664"/>
                <a:gridCol w="1681664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커널 사용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학습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입력 (blur)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7.89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0.0318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U-Net 30 epoch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안 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7,268장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0.8779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주파수 곱셈 + 이미지 MSE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안 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400장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TKD t=0.05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38.20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0.9770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K=1e-4 (배포 스윕의 끝)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42.25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0.9881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학습된 역필터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안 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200장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108.62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Wiener K→0 (제출)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사용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109.86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46904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109.86 dB 는 자랑할 숫자가 아니라 설명할 숫자다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SSIM 은 정확히 1 이 아니라 0.99999990 이다. 복원 오차가 값 범위의 0.0012% 다. 남은 오차는 알고리즘이 아니라 배포 파일이 float32 이기 때문이다 — float64 로 만들면 118.54 dB 가 나오고, 그 8.7 dB 차이가 양자화다.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2 · 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같은 clean 에서 두 과제의 입력이 만들어진다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dipole 은 부호가 있어 음영이 반전된 것처럼 보인다 (측정치 범위 −0.09 ~ 0.64)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set_two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11064240" cy="30952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1일차 입력 24.67 dB vs 2일차 입력 7.89 dB — 2일차가 훨씬 심하게 망가져 보이지만 정확히 가역이다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4 · KERNEL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test_deconv_multi — 커널 방향이 이미지마다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0° / 45° / 90° / 135° 각 25장. 폴더끼리 이미지가 겹치지 않는다 (COSMOS 가 아니다)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60350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방향 정보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K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메타데이터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1e-6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48.52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0.9935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측정치에서 추정 (평균 오차 0.19°)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1e-5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41.22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0.9838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무시하고 0° 고정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1e-12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18.57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2103120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방향은 측정치에서 알아낼 수 있다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3C4947"/>
                </a:solidFill>
                <a:latin typeface="맑은 고딕"/>
              </a:rPr>
              <a:t>G = D·F 이므로 |D|≈0 인 magic-angle cone 에는 에너지가 없다. 스펙트럼에서 비어 있는 방향을 찾으면 된다. 메타데이터가 필요 없다.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40"/>
            <a:ext cx="10881360" cy="2194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10424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K 는 모델이 현실과 어긋난 만큼을 흡수한다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불확실성이 클수록 최적 K 가 커진다. 방향을 정확히 알면 1e-12, 추정하면 1e-5 다. 노이즈가 늘 때 K 가 커지는 것과 같은 구조다.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3C4947"/>
                </a:solidFill>
                <a:latin typeface="Consolas"/>
              </a:rPr>
              <a:t>방향 오차에 대한 취약성:   0.01° 오차 → K=1e-12 는 107 dB 가 54 dB 로,  K=1e-6 은 54.7 → 54.1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3C4947"/>
                </a:solidFill>
                <a:latin typeface="맑은 고딕"/>
              </a:rPr>
              <a:t>최소 K 가 항상 정답인 게 아니다. 방향을 무시하면 45°/90°/135° 에서 −11 ~ −13 dB 로 흐린 입력(7.89)보다도 나쁘다.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10512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문제의 성격이 승자를 정한다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6756F"/>
                </a:solidFill>
                <a:latin typeface="맑은 고딕"/>
              </a:rPr>
              <a:t>1일차는 노이즈라 역산이 불가능해 학습이 필요했고, 2일차는 노이즈가 없어 역산이 가능하니 학습이 불필요했다. 점수가 높은 건 잘해서가 아니라 문제가 쉬워서다.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743200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7004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딥러닝이 진 이유는 수용영역이 아니라 조건수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6756F"/>
                </a:solidFill>
                <a:latin typeface="맑은 고딕"/>
              </a:rPr>
              <a:t>배포 U-Net 은 4단 다운샘플이라 이미 전역을 본다. 문제는 |D| 가 작은 주파수를 1000배 넘게 증폭해야 한다는 것이고, 그 어려움이 구조와 손실 양쪽에 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0273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고치면 이긴다 — 커널을 몰라도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6756F"/>
                </a:solidFill>
                <a:latin typeface="맑은 고딕"/>
              </a:rPr>
              <a:t>주파수마다 최소제곱을 풀면 10장으로 107.9 dB, 200장으로 108.6 dB. 학습된 필터가 1/D 와 상관계수 1.000000. 같은 파라미터인데 최적화 방법만 바꿔 26.25 → 108.62.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608576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3542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K 는 모델 오차를 흡수하는 손잡이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6756F"/>
                </a:solidFill>
                <a:latin typeface="맑은 고딕"/>
              </a:rPr>
              <a:t>잡음이든 커널 방향 오차든 같은 자리로 들어간다. 노이즈가 있으면 학습된 필터가 자동으로 Wiener 가 되고, 주파수마다 다른 K 를 갖기 때문에 손으로 튜닝한 스칼라 K 를 이긴다.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541264"/>
            <a:ext cx="310896" cy="310896"/>
          </a:xfrm>
          <a:prstGeom prst="ellipse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6811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맑은 고딕"/>
              </a:rPr>
              <a:t>그리고 이 답은 종잇장이다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6756F"/>
                </a:solidFill>
                <a:latin typeface="맑은 고딕"/>
              </a:rPr>
              <a:t>σ=1e-3 노이즈면 109.9 dB 가 7.9 dB 로 무너진다. 3일차는 g = h*f + n 이고, 그때 비로소 학습이 다시 필요해진다.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제출값  PSNR 109.86   SSIM 1.0000   (배포 U-Net 25.59 대비 +84.27 dB)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